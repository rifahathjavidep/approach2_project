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1"/>
  </p:notesMasterIdLst>
  <p:sldIdLst>
    <p:sldId id="256" r:id="rId2"/>
    <p:sldId id="266" r:id="rId3"/>
    <p:sldId id="259" r:id="rId4"/>
    <p:sldId id="258" r:id="rId5"/>
    <p:sldId id="263" r:id="rId6"/>
    <p:sldId id="264" r:id="rId7"/>
    <p:sldId id="269" r:id="rId8"/>
    <p:sldId id="271" r:id="rId9"/>
    <p:sldId id="261" r:id="rId1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106" d="100"/>
          <a:sy n="106" d="100"/>
        </p:scale>
        <p:origin x="792" y="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852E203-0B1E-4F7B-B731-FD1DDD3EC31E}" type="datetimeFigureOut">
              <a:rPr lang="en-US" smtClean="0"/>
              <a:t>2/12/2026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A78329E-3F75-41BD-94E3-61AE7D703FC0}" type="slidenum">
              <a:rPr lang="en-US" smtClean="0"/>
              <a:t>‹#›</a:t>
            </a:fld>
            <a:endParaRPr lang="en-US"/>
          </a:p>
        </p:txBody>
      </p:sp>
    </p:spTree>
    <p:extLst>
      <p:ext uri="{BB962C8B-B14F-4D97-AF65-F5344CB8AC3E}">
        <p14:creationId xmlns:p14="http://schemas.microsoft.com/office/powerpoint/2010/main" val="205792564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Slide Image Placeholder 1">
            <a:extLst>
              <a:ext uri="{FF2B5EF4-FFF2-40B4-BE49-F238E27FC236}">
                <a16:creationId xmlns:a16="http://schemas.microsoft.com/office/drawing/2014/main" id="{1AEAC5AD-9F9F-72D8-9E9C-761654F754E1}"/>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7411" name="Notes Placeholder 2">
            <a:extLst>
              <a:ext uri="{FF2B5EF4-FFF2-40B4-BE49-F238E27FC236}">
                <a16:creationId xmlns:a16="http://schemas.microsoft.com/office/drawing/2014/main" id="{90E55417-F421-9B3A-D058-DA8133CB4ABA}"/>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dirty="0"/>
          </a:p>
        </p:txBody>
      </p:sp>
      <p:sp>
        <p:nvSpPr>
          <p:cNvPr id="17412" name="Slide Number Placeholder 3">
            <a:extLst>
              <a:ext uri="{FF2B5EF4-FFF2-40B4-BE49-F238E27FC236}">
                <a16:creationId xmlns:a16="http://schemas.microsoft.com/office/drawing/2014/main" id="{A5A68448-5401-6A74-94ED-5305137ADF5F}"/>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fld id="{1C92D9AD-E033-460B-8A7C-D91E0D093C3F}" type="slidenum">
              <a:rPr lang="en-US" altLang="en-US"/>
              <a:pPr eaLnBrk="1" hangingPunct="1"/>
              <a:t>2</a:t>
            </a:fld>
            <a:endParaRPr lang="en-US" altLang="en-US" dirty="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195444-F5F4-9644-20DE-D69338B7CE3B}"/>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A56E2AB5-93F2-9877-69DB-7186F1172A2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5A0015CD-91B6-C987-1227-393E5DC4E11B}"/>
              </a:ext>
            </a:extLst>
          </p:cNvPr>
          <p:cNvSpPr>
            <a:spLocks noGrp="1"/>
          </p:cNvSpPr>
          <p:nvPr>
            <p:ph type="dt" sz="half" idx="10"/>
          </p:nvPr>
        </p:nvSpPr>
        <p:spPr/>
        <p:txBody>
          <a:bodyPr/>
          <a:lstStyle/>
          <a:p>
            <a:fld id="{2DD2B92F-1607-4C74-81F8-14470119534B}" type="datetimeFigureOut">
              <a:rPr lang="en-US" smtClean="0"/>
              <a:t>2/12/2026</a:t>
            </a:fld>
            <a:endParaRPr lang="en-US"/>
          </a:p>
        </p:txBody>
      </p:sp>
      <p:sp>
        <p:nvSpPr>
          <p:cNvPr id="5" name="Footer Placeholder 4">
            <a:extLst>
              <a:ext uri="{FF2B5EF4-FFF2-40B4-BE49-F238E27FC236}">
                <a16:creationId xmlns:a16="http://schemas.microsoft.com/office/drawing/2014/main" id="{A7F38053-D554-E167-C51B-788B8AA646D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3052EBA-A25C-DFA3-3E7E-70A65EE1F4D4}"/>
              </a:ext>
            </a:extLst>
          </p:cNvPr>
          <p:cNvSpPr>
            <a:spLocks noGrp="1"/>
          </p:cNvSpPr>
          <p:nvPr>
            <p:ph type="sldNum" sz="quarter" idx="12"/>
          </p:nvPr>
        </p:nvSpPr>
        <p:spPr/>
        <p:txBody>
          <a:bodyPr/>
          <a:lstStyle/>
          <a:p>
            <a:fld id="{BAF3C62B-9C97-4453-A409-A4F342D77366}" type="slidenum">
              <a:rPr lang="en-US" smtClean="0"/>
              <a:t>‹#›</a:t>
            </a:fld>
            <a:endParaRPr lang="en-US"/>
          </a:p>
        </p:txBody>
      </p:sp>
    </p:spTree>
    <p:extLst>
      <p:ext uri="{BB962C8B-B14F-4D97-AF65-F5344CB8AC3E}">
        <p14:creationId xmlns:p14="http://schemas.microsoft.com/office/powerpoint/2010/main" val="249314315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ECB580-D1AD-CB41-2000-A6302471C18C}"/>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340A73B3-C1AB-479D-CE7C-5FC2EED71A88}"/>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29C4912-5025-CA51-910C-2EB32E31E89D}"/>
              </a:ext>
            </a:extLst>
          </p:cNvPr>
          <p:cNvSpPr>
            <a:spLocks noGrp="1"/>
          </p:cNvSpPr>
          <p:nvPr>
            <p:ph type="dt" sz="half" idx="10"/>
          </p:nvPr>
        </p:nvSpPr>
        <p:spPr/>
        <p:txBody>
          <a:bodyPr/>
          <a:lstStyle/>
          <a:p>
            <a:fld id="{2DD2B92F-1607-4C74-81F8-14470119534B}" type="datetimeFigureOut">
              <a:rPr lang="en-US" smtClean="0"/>
              <a:t>2/12/2026</a:t>
            </a:fld>
            <a:endParaRPr lang="en-US"/>
          </a:p>
        </p:txBody>
      </p:sp>
      <p:sp>
        <p:nvSpPr>
          <p:cNvPr id="5" name="Footer Placeholder 4">
            <a:extLst>
              <a:ext uri="{FF2B5EF4-FFF2-40B4-BE49-F238E27FC236}">
                <a16:creationId xmlns:a16="http://schemas.microsoft.com/office/drawing/2014/main" id="{6347C96F-B3BB-DBEB-5A51-93B66D465C3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92EC010-4E3C-A67E-4074-B7CA17EA6943}"/>
              </a:ext>
            </a:extLst>
          </p:cNvPr>
          <p:cNvSpPr>
            <a:spLocks noGrp="1"/>
          </p:cNvSpPr>
          <p:nvPr>
            <p:ph type="sldNum" sz="quarter" idx="12"/>
          </p:nvPr>
        </p:nvSpPr>
        <p:spPr/>
        <p:txBody>
          <a:bodyPr/>
          <a:lstStyle/>
          <a:p>
            <a:fld id="{BAF3C62B-9C97-4453-A409-A4F342D77366}" type="slidenum">
              <a:rPr lang="en-US" smtClean="0"/>
              <a:t>‹#›</a:t>
            </a:fld>
            <a:endParaRPr lang="en-US"/>
          </a:p>
        </p:txBody>
      </p:sp>
    </p:spTree>
    <p:extLst>
      <p:ext uri="{BB962C8B-B14F-4D97-AF65-F5344CB8AC3E}">
        <p14:creationId xmlns:p14="http://schemas.microsoft.com/office/powerpoint/2010/main" val="341109136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B76B2D-85A3-6B47-651E-ADBC7F86F149}"/>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AC0ABFCB-F479-FBB6-508A-AAFC170E8B27}"/>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B4DB66A0-C8AA-258B-0793-4CD02BA67FBF}"/>
              </a:ext>
            </a:extLst>
          </p:cNvPr>
          <p:cNvSpPr>
            <a:spLocks noGrp="1"/>
          </p:cNvSpPr>
          <p:nvPr>
            <p:ph type="dt" sz="half" idx="10"/>
          </p:nvPr>
        </p:nvSpPr>
        <p:spPr/>
        <p:txBody>
          <a:bodyPr/>
          <a:lstStyle/>
          <a:p>
            <a:fld id="{2DD2B92F-1607-4C74-81F8-14470119534B}" type="datetimeFigureOut">
              <a:rPr lang="en-US" smtClean="0"/>
              <a:t>2/12/2026</a:t>
            </a:fld>
            <a:endParaRPr lang="en-US"/>
          </a:p>
        </p:txBody>
      </p:sp>
      <p:sp>
        <p:nvSpPr>
          <p:cNvPr id="5" name="Footer Placeholder 4">
            <a:extLst>
              <a:ext uri="{FF2B5EF4-FFF2-40B4-BE49-F238E27FC236}">
                <a16:creationId xmlns:a16="http://schemas.microsoft.com/office/drawing/2014/main" id="{2A68626E-F255-1423-9DF5-1648D9BB42F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E8256B6-3698-EDA6-35D2-9329F4405BD5}"/>
              </a:ext>
            </a:extLst>
          </p:cNvPr>
          <p:cNvSpPr>
            <a:spLocks noGrp="1"/>
          </p:cNvSpPr>
          <p:nvPr>
            <p:ph type="sldNum" sz="quarter" idx="12"/>
          </p:nvPr>
        </p:nvSpPr>
        <p:spPr/>
        <p:txBody>
          <a:bodyPr/>
          <a:lstStyle/>
          <a:p>
            <a:fld id="{BAF3C62B-9C97-4453-A409-A4F342D77366}" type="slidenum">
              <a:rPr lang="en-US" smtClean="0"/>
              <a:t>‹#›</a:t>
            </a:fld>
            <a:endParaRPr lang="en-US"/>
          </a:p>
        </p:txBody>
      </p:sp>
    </p:spTree>
    <p:extLst>
      <p:ext uri="{BB962C8B-B14F-4D97-AF65-F5344CB8AC3E}">
        <p14:creationId xmlns:p14="http://schemas.microsoft.com/office/powerpoint/2010/main" val="49667776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6EC97C-B9A4-5D19-B87B-75FCB5719537}"/>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33578FD8-7A67-C36B-77EE-EC1549C7BD68}"/>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007B17AA-D7C4-4175-25A3-C9125CD76BBD}"/>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491730B5-AEDE-A767-2541-BBBF79CB1FED}"/>
              </a:ext>
            </a:extLst>
          </p:cNvPr>
          <p:cNvSpPr>
            <a:spLocks noGrp="1"/>
          </p:cNvSpPr>
          <p:nvPr>
            <p:ph type="dt" sz="half" idx="10"/>
          </p:nvPr>
        </p:nvSpPr>
        <p:spPr/>
        <p:txBody>
          <a:bodyPr/>
          <a:lstStyle/>
          <a:p>
            <a:fld id="{2DD2B92F-1607-4C74-81F8-14470119534B}" type="datetimeFigureOut">
              <a:rPr lang="en-US" smtClean="0"/>
              <a:t>2/12/2026</a:t>
            </a:fld>
            <a:endParaRPr lang="en-US"/>
          </a:p>
        </p:txBody>
      </p:sp>
      <p:sp>
        <p:nvSpPr>
          <p:cNvPr id="6" name="Footer Placeholder 5">
            <a:extLst>
              <a:ext uri="{FF2B5EF4-FFF2-40B4-BE49-F238E27FC236}">
                <a16:creationId xmlns:a16="http://schemas.microsoft.com/office/drawing/2014/main" id="{51586C8C-1566-C099-AD2A-B7EE73E5597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88C6BD9-054B-3928-912A-F8B83E69DB6A}"/>
              </a:ext>
            </a:extLst>
          </p:cNvPr>
          <p:cNvSpPr>
            <a:spLocks noGrp="1"/>
          </p:cNvSpPr>
          <p:nvPr>
            <p:ph type="sldNum" sz="quarter" idx="12"/>
          </p:nvPr>
        </p:nvSpPr>
        <p:spPr/>
        <p:txBody>
          <a:bodyPr/>
          <a:lstStyle/>
          <a:p>
            <a:fld id="{BAF3C62B-9C97-4453-A409-A4F342D77366}" type="slidenum">
              <a:rPr lang="en-US" smtClean="0"/>
              <a:t>‹#›</a:t>
            </a:fld>
            <a:endParaRPr lang="en-US"/>
          </a:p>
        </p:txBody>
      </p:sp>
    </p:spTree>
    <p:extLst>
      <p:ext uri="{BB962C8B-B14F-4D97-AF65-F5344CB8AC3E}">
        <p14:creationId xmlns:p14="http://schemas.microsoft.com/office/powerpoint/2010/main" val="267962527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39D106-2B7C-F2CF-17D9-E73060A968B5}"/>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B1773152-5104-EE53-57F8-8F7C7A573B4C}"/>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5EF3843A-EC70-3D26-2287-43E6C6546FA5}"/>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29BCB7F4-D634-E15B-6199-7CB78A41EE1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1E83CF8E-4A2E-7A65-6893-EC4842229B49}"/>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FB086370-51F3-4DD0-187F-6716EBD556EC}"/>
              </a:ext>
            </a:extLst>
          </p:cNvPr>
          <p:cNvSpPr>
            <a:spLocks noGrp="1"/>
          </p:cNvSpPr>
          <p:nvPr>
            <p:ph type="dt" sz="half" idx="10"/>
          </p:nvPr>
        </p:nvSpPr>
        <p:spPr/>
        <p:txBody>
          <a:bodyPr/>
          <a:lstStyle/>
          <a:p>
            <a:fld id="{2DD2B92F-1607-4C74-81F8-14470119534B}" type="datetimeFigureOut">
              <a:rPr lang="en-US" smtClean="0"/>
              <a:t>2/12/2026</a:t>
            </a:fld>
            <a:endParaRPr lang="en-US"/>
          </a:p>
        </p:txBody>
      </p:sp>
      <p:sp>
        <p:nvSpPr>
          <p:cNvPr id="8" name="Footer Placeholder 7">
            <a:extLst>
              <a:ext uri="{FF2B5EF4-FFF2-40B4-BE49-F238E27FC236}">
                <a16:creationId xmlns:a16="http://schemas.microsoft.com/office/drawing/2014/main" id="{1159D12D-1502-CFB3-F752-35926094364A}"/>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49E9C50C-BFFD-F3CC-216F-AB03ABE5F2AA}"/>
              </a:ext>
            </a:extLst>
          </p:cNvPr>
          <p:cNvSpPr>
            <a:spLocks noGrp="1"/>
          </p:cNvSpPr>
          <p:nvPr>
            <p:ph type="sldNum" sz="quarter" idx="12"/>
          </p:nvPr>
        </p:nvSpPr>
        <p:spPr/>
        <p:txBody>
          <a:bodyPr/>
          <a:lstStyle/>
          <a:p>
            <a:fld id="{BAF3C62B-9C97-4453-A409-A4F342D77366}" type="slidenum">
              <a:rPr lang="en-US" smtClean="0"/>
              <a:t>‹#›</a:t>
            </a:fld>
            <a:endParaRPr lang="en-US"/>
          </a:p>
        </p:txBody>
      </p:sp>
    </p:spTree>
    <p:extLst>
      <p:ext uri="{BB962C8B-B14F-4D97-AF65-F5344CB8AC3E}">
        <p14:creationId xmlns:p14="http://schemas.microsoft.com/office/powerpoint/2010/main" val="51374657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991018-B1FD-D67E-01E9-814BCF61C93F}"/>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88644381-7E79-06F9-346A-C68773A72E13}"/>
              </a:ext>
            </a:extLst>
          </p:cNvPr>
          <p:cNvSpPr>
            <a:spLocks noGrp="1"/>
          </p:cNvSpPr>
          <p:nvPr>
            <p:ph type="dt" sz="half" idx="10"/>
          </p:nvPr>
        </p:nvSpPr>
        <p:spPr/>
        <p:txBody>
          <a:bodyPr/>
          <a:lstStyle/>
          <a:p>
            <a:fld id="{2DD2B92F-1607-4C74-81F8-14470119534B}" type="datetimeFigureOut">
              <a:rPr lang="en-US" smtClean="0"/>
              <a:t>2/12/2026</a:t>
            </a:fld>
            <a:endParaRPr lang="en-US"/>
          </a:p>
        </p:txBody>
      </p:sp>
      <p:sp>
        <p:nvSpPr>
          <p:cNvPr id="4" name="Footer Placeholder 3">
            <a:extLst>
              <a:ext uri="{FF2B5EF4-FFF2-40B4-BE49-F238E27FC236}">
                <a16:creationId xmlns:a16="http://schemas.microsoft.com/office/drawing/2014/main" id="{390B95AA-3426-5C91-4468-E30861F60F6C}"/>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F622274C-45C1-D170-B91B-3A6E01B660B1}"/>
              </a:ext>
            </a:extLst>
          </p:cNvPr>
          <p:cNvSpPr>
            <a:spLocks noGrp="1"/>
          </p:cNvSpPr>
          <p:nvPr>
            <p:ph type="sldNum" sz="quarter" idx="12"/>
          </p:nvPr>
        </p:nvSpPr>
        <p:spPr/>
        <p:txBody>
          <a:bodyPr/>
          <a:lstStyle/>
          <a:p>
            <a:fld id="{BAF3C62B-9C97-4453-A409-A4F342D77366}" type="slidenum">
              <a:rPr lang="en-US" smtClean="0"/>
              <a:t>‹#›</a:t>
            </a:fld>
            <a:endParaRPr lang="en-US"/>
          </a:p>
        </p:txBody>
      </p:sp>
    </p:spTree>
    <p:extLst>
      <p:ext uri="{BB962C8B-B14F-4D97-AF65-F5344CB8AC3E}">
        <p14:creationId xmlns:p14="http://schemas.microsoft.com/office/powerpoint/2010/main" val="384965468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644437FC-BF6A-2005-C21F-F43857AA12F4}"/>
              </a:ext>
            </a:extLst>
          </p:cNvPr>
          <p:cNvSpPr>
            <a:spLocks noGrp="1"/>
          </p:cNvSpPr>
          <p:nvPr>
            <p:ph type="dt" sz="half" idx="10"/>
          </p:nvPr>
        </p:nvSpPr>
        <p:spPr/>
        <p:txBody>
          <a:bodyPr/>
          <a:lstStyle/>
          <a:p>
            <a:fld id="{2DD2B92F-1607-4C74-81F8-14470119534B}" type="datetimeFigureOut">
              <a:rPr lang="en-US" smtClean="0"/>
              <a:t>2/12/2026</a:t>
            </a:fld>
            <a:endParaRPr lang="en-US"/>
          </a:p>
        </p:txBody>
      </p:sp>
      <p:sp>
        <p:nvSpPr>
          <p:cNvPr id="3" name="Footer Placeholder 2">
            <a:extLst>
              <a:ext uri="{FF2B5EF4-FFF2-40B4-BE49-F238E27FC236}">
                <a16:creationId xmlns:a16="http://schemas.microsoft.com/office/drawing/2014/main" id="{0A42964E-EE8D-3236-B9D8-6A91975D0EAF}"/>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79287F20-BDFD-7A1E-F9BC-71AE0971194D}"/>
              </a:ext>
            </a:extLst>
          </p:cNvPr>
          <p:cNvSpPr>
            <a:spLocks noGrp="1"/>
          </p:cNvSpPr>
          <p:nvPr>
            <p:ph type="sldNum" sz="quarter" idx="12"/>
          </p:nvPr>
        </p:nvSpPr>
        <p:spPr/>
        <p:txBody>
          <a:bodyPr/>
          <a:lstStyle/>
          <a:p>
            <a:fld id="{BAF3C62B-9C97-4453-A409-A4F342D77366}" type="slidenum">
              <a:rPr lang="en-US" smtClean="0"/>
              <a:t>‹#›</a:t>
            </a:fld>
            <a:endParaRPr lang="en-US"/>
          </a:p>
        </p:txBody>
      </p:sp>
    </p:spTree>
    <p:extLst>
      <p:ext uri="{BB962C8B-B14F-4D97-AF65-F5344CB8AC3E}">
        <p14:creationId xmlns:p14="http://schemas.microsoft.com/office/powerpoint/2010/main" val="392731017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88EE66-FCB3-7DA2-55F5-DA0DB36EF27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696EAE34-11D3-58BA-24CE-8F074ADF93F2}"/>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A751AC16-132E-D868-6BD7-CA035004E63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C375FB8-1F8C-19BD-FE77-1AB98FF8211F}"/>
              </a:ext>
            </a:extLst>
          </p:cNvPr>
          <p:cNvSpPr>
            <a:spLocks noGrp="1"/>
          </p:cNvSpPr>
          <p:nvPr>
            <p:ph type="dt" sz="half" idx="10"/>
          </p:nvPr>
        </p:nvSpPr>
        <p:spPr/>
        <p:txBody>
          <a:bodyPr/>
          <a:lstStyle/>
          <a:p>
            <a:fld id="{2DD2B92F-1607-4C74-81F8-14470119534B}" type="datetimeFigureOut">
              <a:rPr lang="en-US" smtClean="0"/>
              <a:t>2/12/2026</a:t>
            </a:fld>
            <a:endParaRPr lang="en-US"/>
          </a:p>
        </p:txBody>
      </p:sp>
      <p:sp>
        <p:nvSpPr>
          <p:cNvPr id="6" name="Footer Placeholder 5">
            <a:extLst>
              <a:ext uri="{FF2B5EF4-FFF2-40B4-BE49-F238E27FC236}">
                <a16:creationId xmlns:a16="http://schemas.microsoft.com/office/drawing/2014/main" id="{14103DD8-8CE2-BA95-AB10-161774BB760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D338A46-6834-7388-691F-7DBC7A0A3EC9}"/>
              </a:ext>
            </a:extLst>
          </p:cNvPr>
          <p:cNvSpPr>
            <a:spLocks noGrp="1"/>
          </p:cNvSpPr>
          <p:nvPr>
            <p:ph type="sldNum" sz="quarter" idx="12"/>
          </p:nvPr>
        </p:nvSpPr>
        <p:spPr/>
        <p:txBody>
          <a:bodyPr/>
          <a:lstStyle/>
          <a:p>
            <a:fld id="{BAF3C62B-9C97-4453-A409-A4F342D77366}" type="slidenum">
              <a:rPr lang="en-US" smtClean="0"/>
              <a:t>‹#›</a:t>
            </a:fld>
            <a:endParaRPr lang="en-US"/>
          </a:p>
        </p:txBody>
      </p:sp>
    </p:spTree>
    <p:extLst>
      <p:ext uri="{BB962C8B-B14F-4D97-AF65-F5344CB8AC3E}">
        <p14:creationId xmlns:p14="http://schemas.microsoft.com/office/powerpoint/2010/main" val="40229290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D5F713-7A48-E442-B45B-6A3634C3661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0AC800F4-DC00-A643-C01B-3D1103DB474A}"/>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EE220B2A-55FA-130B-623D-3BFBA5255A0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8102A63-B415-7658-D5EC-43D2D8E7E241}"/>
              </a:ext>
            </a:extLst>
          </p:cNvPr>
          <p:cNvSpPr>
            <a:spLocks noGrp="1"/>
          </p:cNvSpPr>
          <p:nvPr>
            <p:ph type="dt" sz="half" idx="10"/>
          </p:nvPr>
        </p:nvSpPr>
        <p:spPr/>
        <p:txBody>
          <a:bodyPr/>
          <a:lstStyle/>
          <a:p>
            <a:fld id="{2DD2B92F-1607-4C74-81F8-14470119534B}" type="datetimeFigureOut">
              <a:rPr lang="en-US" smtClean="0"/>
              <a:t>2/12/2026</a:t>
            </a:fld>
            <a:endParaRPr lang="en-US"/>
          </a:p>
        </p:txBody>
      </p:sp>
      <p:sp>
        <p:nvSpPr>
          <p:cNvPr id="6" name="Footer Placeholder 5">
            <a:extLst>
              <a:ext uri="{FF2B5EF4-FFF2-40B4-BE49-F238E27FC236}">
                <a16:creationId xmlns:a16="http://schemas.microsoft.com/office/drawing/2014/main" id="{6331C49C-E8E7-393A-2BAD-F46B10D82A9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2438D4B-1CF4-66D7-5651-EBAC51FD2578}"/>
              </a:ext>
            </a:extLst>
          </p:cNvPr>
          <p:cNvSpPr>
            <a:spLocks noGrp="1"/>
          </p:cNvSpPr>
          <p:nvPr>
            <p:ph type="sldNum" sz="quarter" idx="12"/>
          </p:nvPr>
        </p:nvSpPr>
        <p:spPr/>
        <p:txBody>
          <a:bodyPr/>
          <a:lstStyle/>
          <a:p>
            <a:fld id="{BAF3C62B-9C97-4453-A409-A4F342D77366}" type="slidenum">
              <a:rPr lang="en-US" smtClean="0"/>
              <a:t>‹#›</a:t>
            </a:fld>
            <a:endParaRPr lang="en-US"/>
          </a:p>
        </p:txBody>
      </p:sp>
    </p:spTree>
    <p:extLst>
      <p:ext uri="{BB962C8B-B14F-4D97-AF65-F5344CB8AC3E}">
        <p14:creationId xmlns:p14="http://schemas.microsoft.com/office/powerpoint/2010/main" val="148677937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5F40FA-36C4-657C-3392-6626C49FE8AD}"/>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65D24304-EBF7-6DE1-F02C-D5E95E1F8CE3}"/>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A0E3AFF-E565-E95F-5631-A9617434B4CF}"/>
              </a:ext>
            </a:extLst>
          </p:cNvPr>
          <p:cNvSpPr>
            <a:spLocks noGrp="1"/>
          </p:cNvSpPr>
          <p:nvPr>
            <p:ph type="dt" sz="half" idx="10"/>
          </p:nvPr>
        </p:nvSpPr>
        <p:spPr/>
        <p:txBody>
          <a:bodyPr/>
          <a:lstStyle/>
          <a:p>
            <a:fld id="{2DD2B92F-1607-4C74-81F8-14470119534B}" type="datetimeFigureOut">
              <a:rPr lang="en-US" smtClean="0"/>
              <a:t>2/12/2026</a:t>
            </a:fld>
            <a:endParaRPr lang="en-US"/>
          </a:p>
        </p:txBody>
      </p:sp>
      <p:sp>
        <p:nvSpPr>
          <p:cNvPr id="5" name="Footer Placeholder 4">
            <a:extLst>
              <a:ext uri="{FF2B5EF4-FFF2-40B4-BE49-F238E27FC236}">
                <a16:creationId xmlns:a16="http://schemas.microsoft.com/office/drawing/2014/main" id="{9B0A0F24-A62D-3220-F372-2E84AAE2671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3334FDC-8E23-A305-9CB2-0B6F1E4B06F7}"/>
              </a:ext>
            </a:extLst>
          </p:cNvPr>
          <p:cNvSpPr>
            <a:spLocks noGrp="1"/>
          </p:cNvSpPr>
          <p:nvPr>
            <p:ph type="sldNum" sz="quarter" idx="12"/>
          </p:nvPr>
        </p:nvSpPr>
        <p:spPr/>
        <p:txBody>
          <a:bodyPr/>
          <a:lstStyle/>
          <a:p>
            <a:fld id="{BAF3C62B-9C97-4453-A409-A4F342D77366}" type="slidenum">
              <a:rPr lang="en-US" smtClean="0"/>
              <a:t>‹#›</a:t>
            </a:fld>
            <a:endParaRPr lang="en-US"/>
          </a:p>
        </p:txBody>
      </p:sp>
    </p:spTree>
    <p:extLst>
      <p:ext uri="{BB962C8B-B14F-4D97-AF65-F5344CB8AC3E}">
        <p14:creationId xmlns:p14="http://schemas.microsoft.com/office/powerpoint/2010/main" val="159493380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059E8C36-50A5-8248-4F38-3EE76955C9EB}"/>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D10A86B1-419B-1A1B-690C-54D7C0F59BB5}"/>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EE87193-CF74-A171-2417-32CD970DDC0F}"/>
              </a:ext>
            </a:extLst>
          </p:cNvPr>
          <p:cNvSpPr>
            <a:spLocks noGrp="1"/>
          </p:cNvSpPr>
          <p:nvPr>
            <p:ph type="dt" sz="half" idx="10"/>
          </p:nvPr>
        </p:nvSpPr>
        <p:spPr/>
        <p:txBody>
          <a:bodyPr/>
          <a:lstStyle/>
          <a:p>
            <a:fld id="{2DD2B92F-1607-4C74-81F8-14470119534B}" type="datetimeFigureOut">
              <a:rPr lang="en-US" smtClean="0"/>
              <a:t>2/12/2026</a:t>
            </a:fld>
            <a:endParaRPr lang="en-US"/>
          </a:p>
        </p:txBody>
      </p:sp>
      <p:sp>
        <p:nvSpPr>
          <p:cNvPr id="5" name="Footer Placeholder 4">
            <a:extLst>
              <a:ext uri="{FF2B5EF4-FFF2-40B4-BE49-F238E27FC236}">
                <a16:creationId xmlns:a16="http://schemas.microsoft.com/office/drawing/2014/main" id="{2825AC38-EC03-9F20-37EB-33950B37627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0D29493-E779-3256-5EAF-F025217270BE}"/>
              </a:ext>
            </a:extLst>
          </p:cNvPr>
          <p:cNvSpPr>
            <a:spLocks noGrp="1"/>
          </p:cNvSpPr>
          <p:nvPr>
            <p:ph type="sldNum" sz="quarter" idx="12"/>
          </p:nvPr>
        </p:nvSpPr>
        <p:spPr/>
        <p:txBody>
          <a:bodyPr/>
          <a:lstStyle/>
          <a:p>
            <a:fld id="{BAF3C62B-9C97-4453-A409-A4F342D77366}" type="slidenum">
              <a:rPr lang="en-US" smtClean="0"/>
              <a:t>‹#›</a:t>
            </a:fld>
            <a:endParaRPr lang="en-US"/>
          </a:p>
        </p:txBody>
      </p:sp>
    </p:spTree>
    <p:extLst>
      <p:ext uri="{BB962C8B-B14F-4D97-AF65-F5344CB8AC3E}">
        <p14:creationId xmlns:p14="http://schemas.microsoft.com/office/powerpoint/2010/main" val="230645111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E1BF7C4-F4A8-690A-7431-A7314849A2D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1B8AD40B-5024-5144-6EFF-C2AF5D33D32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981DA93-0B6E-5FF5-1A13-16B915CD8DC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2DD2B92F-1607-4C74-81F8-14470119534B}" type="datetimeFigureOut">
              <a:rPr lang="en-US" smtClean="0"/>
              <a:t>2/12/2026</a:t>
            </a:fld>
            <a:endParaRPr lang="en-US"/>
          </a:p>
        </p:txBody>
      </p:sp>
      <p:sp>
        <p:nvSpPr>
          <p:cNvPr id="5" name="Footer Placeholder 4">
            <a:extLst>
              <a:ext uri="{FF2B5EF4-FFF2-40B4-BE49-F238E27FC236}">
                <a16:creationId xmlns:a16="http://schemas.microsoft.com/office/drawing/2014/main" id="{695647CB-B081-AEC8-17BC-99272E9EF55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0B10E886-ED73-EDF7-715B-59923D33A00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BAF3C62B-9C97-4453-A409-A4F342D77366}" type="slidenum">
              <a:rPr lang="en-US" smtClean="0"/>
              <a:t>‹#›</a:t>
            </a:fld>
            <a:endParaRPr lang="en-US"/>
          </a:p>
        </p:txBody>
      </p:sp>
    </p:spTree>
    <p:extLst>
      <p:ext uri="{BB962C8B-B14F-4D97-AF65-F5344CB8AC3E}">
        <p14:creationId xmlns:p14="http://schemas.microsoft.com/office/powerpoint/2010/main" val="325454047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31FB59-3CB8-2B4B-EE6E-A7D89842AF89}"/>
              </a:ext>
            </a:extLst>
          </p:cNvPr>
          <p:cNvSpPr>
            <a:spLocks noGrp="1"/>
          </p:cNvSpPr>
          <p:nvPr>
            <p:ph type="ctrTitle"/>
          </p:nvPr>
        </p:nvSpPr>
        <p:spPr/>
        <p:txBody>
          <a:bodyPr/>
          <a:lstStyle/>
          <a:p>
            <a:endParaRPr lang="en-US"/>
          </a:p>
        </p:txBody>
      </p:sp>
      <p:sp>
        <p:nvSpPr>
          <p:cNvPr id="3" name="Subtitle 2">
            <a:extLst>
              <a:ext uri="{FF2B5EF4-FFF2-40B4-BE49-F238E27FC236}">
                <a16:creationId xmlns:a16="http://schemas.microsoft.com/office/drawing/2014/main" id="{82EB4973-A48B-8315-B488-F9EE71140FD9}"/>
              </a:ext>
            </a:extLst>
          </p:cNvPr>
          <p:cNvSpPr>
            <a:spLocks noGrp="1"/>
          </p:cNvSpPr>
          <p:nvPr>
            <p:ph type="subTitle" idx="1"/>
          </p:nvPr>
        </p:nvSpPr>
        <p:spPr/>
        <p:txBody>
          <a:bodyPr/>
          <a:lstStyle/>
          <a:p>
            <a:endParaRPr lang="en-US"/>
          </a:p>
        </p:txBody>
      </p:sp>
    </p:spTree>
    <p:extLst>
      <p:ext uri="{BB962C8B-B14F-4D97-AF65-F5344CB8AC3E}">
        <p14:creationId xmlns:p14="http://schemas.microsoft.com/office/powerpoint/2010/main" val="306553482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Title 1">
            <a:extLst>
              <a:ext uri="{FF2B5EF4-FFF2-40B4-BE49-F238E27FC236}">
                <a16:creationId xmlns:a16="http://schemas.microsoft.com/office/drawing/2014/main" id="{AD7FA3D8-B8BF-13B8-CFF8-476EABE7B3DB}"/>
              </a:ext>
            </a:extLst>
          </p:cNvPr>
          <p:cNvSpPr>
            <a:spLocks noGrp="1"/>
          </p:cNvSpPr>
          <p:nvPr>
            <p:ph type="title"/>
          </p:nvPr>
        </p:nvSpPr>
        <p:spPr/>
        <p:txBody>
          <a:bodyPr/>
          <a:lstStyle/>
          <a:p>
            <a:r>
              <a:rPr lang="en-US" altLang="en-US" u="sng" dirty="0"/>
              <a:t>Highlights of the Project</a:t>
            </a:r>
          </a:p>
        </p:txBody>
      </p:sp>
      <p:sp>
        <p:nvSpPr>
          <p:cNvPr id="4099" name="Content Placeholder 2">
            <a:extLst>
              <a:ext uri="{FF2B5EF4-FFF2-40B4-BE49-F238E27FC236}">
                <a16:creationId xmlns:a16="http://schemas.microsoft.com/office/drawing/2014/main" id="{72C4FCE4-8438-FA69-E9CC-2616557DD1B6}"/>
              </a:ext>
            </a:extLst>
          </p:cNvPr>
          <p:cNvSpPr>
            <a:spLocks noGrp="1"/>
          </p:cNvSpPr>
          <p:nvPr>
            <p:ph idx="1"/>
          </p:nvPr>
        </p:nvSpPr>
        <p:spPr/>
        <p:txBody>
          <a:bodyPr/>
          <a:lstStyle/>
          <a:p>
            <a:r>
              <a:rPr lang="en-US" altLang="en-US" sz="1400" dirty="0"/>
              <a:t>Transmission file format is as per CMO format and standards.</a:t>
            </a:r>
          </a:p>
          <a:p>
            <a:r>
              <a:rPr lang="en-US" altLang="en-US" sz="1400" dirty="0"/>
              <a:t>Authorized stores processing is controlled by pre configured control file. </a:t>
            </a:r>
          </a:p>
          <a:p>
            <a:r>
              <a:rPr lang="en-US" altLang="en-US" sz="1400" dirty="0"/>
              <a:t>Settlement file is combined for card types 5(Switch), 7(Visa) and 8 (Access).</a:t>
            </a:r>
          </a:p>
          <a:p>
            <a:r>
              <a:rPr lang="en-US" altLang="en-US" sz="1400" dirty="0"/>
              <a:t>Customer instructions are translated from POS values to FMO. Translation is done with new translation table and bin range table for indicator VISA card type.</a:t>
            </a:r>
          </a:p>
          <a:p>
            <a:r>
              <a:rPr lang="en-US" altLang="en-US" sz="1400" dirty="0"/>
              <a:t>Processed transactions all card type reports are not combined but similar to stream line processed transactions report (Visa and Access combined in one report and switch transactions are reported separately. Reports will have the new header </a:t>
            </a:r>
          </a:p>
          <a:p>
            <a:r>
              <a:rPr lang="en-US" altLang="en-US" sz="1400" dirty="0"/>
              <a:t>Menu screen and validations updated for new option to handle batch Create, recreate and reporting.</a:t>
            </a:r>
          </a:p>
          <a:p>
            <a:pPr>
              <a:buFont typeface="Arial" panose="020B0604020202020204" pitchFamily="34" charset="0"/>
              <a:buNone/>
            </a:pPr>
            <a:r>
              <a:rPr lang="en-US" altLang="en-US" sz="1400" dirty="0"/>
              <a:t> </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64862071-99A8-28E2-25B7-DC5E2C1AA985}"/>
              </a:ext>
            </a:extLst>
          </p:cNvPr>
          <p:cNvSpPr txBox="1"/>
          <p:nvPr/>
        </p:nvSpPr>
        <p:spPr>
          <a:xfrm>
            <a:off x="1676400" y="609601"/>
            <a:ext cx="1676400" cy="708025"/>
          </a:xfrm>
          <a:prstGeom prst="rect">
            <a:avLst/>
          </a:prstGeom>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a:ln cap="rnd">
            <a:solidFill>
              <a:schemeClr val="accent1"/>
            </a:solidFill>
          </a:ln>
        </p:spPr>
        <p:txBody>
          <a:bodyPr>
            <a:spAutoFit/>
          </a:bodyPr>
          <a:lstStyle/>
          <a:p>
            <a:pPr algn="ctr">
              <a:defRPr/>
            </a:pPr>
            <a:r>
              <a:rPr lang="en-US" sz="1000" b="1" dirty="0">
                <a:solidFill>
                  <a:srgbClr val="7030A0"/>
                </a:solidFill>
              </a:rPr>
              <a:t>POS Data created from T LOG with 97 String for encrypted credit card information</a:t>
            </a:r>
          </a:p>
        </p:txBody>
      </p:sp>
      <p:sp>
        <p:nvSpPr>
          <p:cNvPr id="9" name="Flowchart: Direct Access Storage 8">
            <a:extLst>
              <a:ext uri="{FF2B5EF4-FFF2-40B4-BE49-F238E27FC236}">
                <a16:creationId xmlns:a16="http://schemas.microsoft.com/office/drawing/2014/main" id="{6C1DBEDC-916C-FF90-8286-3961F85B75F7}"/>
              </a:ext>
            </a:extLst>
          </p:cNvPr>
          <p:cNvSpPr/>
          <p:nvPr/>
        </p:nvSpPr>
        <p:spPr>
          <a:xfrm>
            <a:off x="5410200" y="2143125"/>
            <a:ext cx="1066800" cy="381000"/>
          </a:xfrm>
          <a:prstGeom prst="flowChartMagneticDrum">
            <a:avLst/>
          </a:prstGeom>
          <a:gradFill>
            <a:gsLst>
              <a:gs pos="0">
                <a:srgbClr val="DDEBCF"/>
              </a:gs>
              <a:gs pos="50000">
                <a:srgbClr val="9CB86E"/>
              </a:gs>
              <a:gs pos="100000">
                <a:srgbClr val="156B13"/>
              </a:gs>
            </a:gsLst>
            <a:lin ang="5400000" scaled="0"/>
          </a:gra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dirty="0"/>
          </a:p>
        </p:txBody>
      </p:sp>
      <p:sp>
        <p:nvSpPr>
          <p:cNvPr id="5124" name="TextBox 9">
            <a:extLst>
              <a:ext uri="{FF2B5EF4-FFF2-40B4-BE49-F238E27FC236}">
                <a16:creationId xmlns:a16="http://schemas.microsoft.com/office/drawing/2014/main" id="{D5659162-BF7B-4D4E-BA9F-8F2F4F4A6730}"/>
              </a:ext>
            </a:extLst>
          </p:cNvPr>
          <p:cNvSpPr txBox="1">
            <a:spLocks noChangeArrowheads="1"/>
          </p:cNvSpPr>
          <p:nvPr/>
        </p:nvSpPr>
        <p:spPr bwMode="auto">
          <a:xfrm>
            <a:off x="5486400" y="2219326"/>
            <a:ext cx="609600" cy="214313"/>
          </a:xfrm>
          <a:prstGeom prst="rect">
            <a:avLst/>
          </a:prstGeom>
          <a:gradFill rotWithShape="0">
            <a:gsLst>
              <a:gs pos="0">
                <a:srgbClr val="DDEBCF"/>
              </a:gs>
              <a:gs pos="50000">
                <a:srgbClr val="9CB86E"/>
              </a:gs>
              <a:gs pos="100000">
                <a:srgbClr val="156B13"/>
              </a:gs>
            </a:gsLst>
            <a:lin ang="5400000"/>
          </a:gradFill>
          <a:ln w="9525" cap="rnd">
            <a:solidFill>
              <a:schemeClr val="accent1"/>
            </a:solidFill>
            <a:miter lim="800000"/>
            <a:headEnd/>
            <a:tailEnd/>
          </a:ln>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n-US" altLang="en-US" sz="800" dirty="0">
                <a:solidFill>
                  <a:srgbClr val="FFFF00"/>
                </a:solidFill>
                <a:latin typeface="Calibri" panose="020F0502020204030204" pitchFamily="34" charset="0"/>
              </a:rPr>
              <a:t>POSP015</a:t>
            </a:r>
          </a:p>
        </p:txBody>
      </p:sp>
      <p:sp>
        <p:nvSpPr>
          <p:cNvPr id="11" name="Flowchart: Direct Access Storage 10">
            <a:extLst>
              <a:ext uri="{FF2B5EF4-FFF2-40B4-BE49-F238E27FC236}">
                <a16:creationId xmlns:a16="http://schemas.microsoft.com/office/drawing/2014/main" id="{1FEDF3BC-B4E9-A9A3-AF9F-9FB89E62A4C3}"/>
              </a:ext>
            </a:extLst>
          </p:cNvPr>
          <p:cNvSpPr/>
          <p:nvPr/>
        </p:nvSpPr>
        <p:spPr>
          <a:xfrm>
            <a:off x="5410200" y="2620963"/>
            <a:ext cx="1143000" cy="381000"/>
          </a:xfrm>
          <a:prstGeom prst="flowChartMagneticDrum">
            <a:avLst/>
          </a:prstGeom>
          <a:gradFill>
            <a:gsLst>
              <a:gs pos="0">
                <a:srgbClr val="DDEBCF"/>
              </a:gs>
              <a:gs pos="50000">
                <a:srgbClr val="9CB86E"/>
              </a:gs>
              <a:gs pos="100000">
                <a:srgbClr val="156B13"/>
              </a:gs>
            </a:gsLst>
            <a:lin ang="5400000" scaled="0"/>
          </a:gra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dirty="0"/>
          </a:p>
        </p:txBody>
      </p:sp>
      <p:sp>
        <p:nvSpPr>
          <p:cNvPr id="5126" name="TextBox 11">
            <a:extLst>
              <a:ext uri="{FF2B5EF4-FFF2-40B4-BE49-F238E27FC236}">
                <a16:creationId xmlns:a16="http://schemas.microsoft.com/office/drawing/2014/main" id="{89BCF84A-3141-E0CB-DB60-8C24F8740FEE}"/>
              </a:ext>
            </a:extLst>
          </p:cNvPr>
          <p:cNvSpPr txBox="1">
            <a:spLocks noChangeArrowheads="1"/>
          </p:cNvSpPr>
          <p:nvPr/>
        </p:nvSpPr>
        <p:spPr bwMode="auto">
          <a:xfrm>
            <a:off x="5486400" y="2697163"/>
            <a:ext cx="685800" cy="215900"/>
          </a:xfrm>
          <a:prstGeom prst="rect">
            <a:avLst/>
          </a:prstGeom>
          <a:gradFill rotWithShape="0">
            <a:gsLst>
              <a:gs pos="0">
                <a:srgbClr val="DDEBCF"/>
              </a:gs>
              <a:gs pos="50000">
                <a:srgbClr val="9CB86E"/>
              </a:gs>
              <a:gs pos="100000">
                <a:srgbClr val="156B13"/>
              </a:gs>
            </a:gsLst>
            <a:lin ang="5400000"/>
          </a:gradFill>
          <a:ln w="9525" cap="rnd">
            <a:solidFill>
              <a:schemeClr val="accent1"/>
            </a:solidFill>
            <a:miter lim="800000"/>
            <a:headEnd/>
            <a:tailEnd/>
          </a:ln>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n-US" altLang="en-US" sz="800" dirty="0">
                <a:solidFill>
                  <a:srgbClr val="FFFF00"/>
                </a:solidFill>
                <a:latin typeface="Calibri" panose="020F0502020204030204" pitchFamily="34" charset="0"/>
              </a:rPr>
              <a:t>POSP015CP</a:t>
            </a:r>
          </a:p>
        </p:txBody>
      </p:sp>
      <p:sp>
        <p:nvSpPr>
          <p:cNvPr id="27" name="TextBox 26">
            <a:extLst>
              <a:ext uri="{FF2B5EF4-FFF2-40B4-BE49-F238E27FC236}">
                <a16:creationId xmlns:a16="http://schemas.microsoft.com/office/drawing/2014/main" id="{DCC0E3B6-9296-27B4-E2C5-A541796516C2}"/>
              </a:ext>
            </a:extLst>
          </p:cNvPr>
          <p:cNvSpPr txBox="1"/>
          <p:nvPr/>
        </p:nvSpPr>
        <p:spPr>
          <a:xfrm>
            <a:off x="2193925" y="2971800"/>
            <a:ext cx="838200" cy="400110"/>
          </a:xfrm>
          <a:prstGeom prst="rect">
            <a:avLst/>
          </a:prstGeom>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a:ln cap="rnd">
            <a:solidFill>
              <a:schemeClr val="accent1"/>
            </a:solidFill>
          </a:ln>
        </p:spPr>
        <p:txBody>
          <a:bodyPr>
            <a:spAutoFit/>
          </a:bodyPr>
          <a:lstStyle/>
          <a:p>
            <a:pPr>
              <a:defRPr/>
            </a:pPr>
            <a:r>
              <a:rPr lang="en-US" sz="1000" b="1" dirty="0"/>
              <a:t>EODCSALES</a:t>
            </a:r>
          </a:p>
        </p:txBody>
      </p:sp>
      <p:sp>
        <p:nvSpPr>
          <p:cNvPr id="28" name="TextBox 27">
            <a:extLst>
              <a:ext uri="{FF2B5EF4-FFF2-40B4-BE49-F238E27FC236}">
                <a16:creationId xmlns:a16="http://schemas.microsoft.com/office/drawing/2014/main" id="{A67C5E77-22DA-918B-0CBD-F42FA95803C9}"/>
              </a:ext>
            </a:extLst>
          </p:cNvPr>
          <p:cNvSpPr txBox="1"/>
          <p:nvPr/>
        </p:nvSpPr>
        <p:spPr>
          <a:xfrm>
            <a:off x="3203575" y="2971800"/>
            <a:ext cx="838200" cy="400110"/>
          </a:xfrm>
          <a:prstGeom prst="rect">
            <a:avLst/>
          </a:prstGeom>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a:ln cap="rnd">
            <a:solidFill>
              <a:schemeClr val="accent1"/>
            </a:solidFill>
          </a:ln>
        </p:spPr>
        <p:txBody>
          <a:bodyPr>
            <a:spAutoFit/>
          </a:bodyPr>
          <a:lstStyle/>
          <a:p>
            <a:pPr>
              <a:defRPr/>
            </a:pPr>
            <a:r>
              <a:rPr lang="en-US" sz="1000" b="1" dirty="0"/>
              <a:t>EODCRCVFIL</a:t>
            </a:r>
          </a:p>
        </p:txBody>
      </p:sp>
      <p:sp>
        <p:nvSpPr>
          <p:cNvPr id="29" name="TextBox 28">
            <a:extLst>
              <a:ext uri="{FF2B5EF4-FFF2-40B4-BE49-F238E27FC236}">
                <a16:creationId xmlns:a16="http://schemas.microsoft.com/office/drawing/2014/main" id="{40A81111-F554-EF7A-40CB-9E022114ABC8}"/>
              </a:ext>
            </a:extLst>
          </p:cNvPr>
          <p:cNvSpPr txBox="1"/>
          <p:nvPr/>
        </p:nvSpPr>
        <p:spPr>
          <a:xfrm>
            <a:off x="4267200" y="2514600"/>
            <a:ext cx="914400" cy="400050"/>
          </a:xfrm>
          <a:prstGeom prst="rect">
            <a:avLst/>
          </a:prstGeom>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a:ln cap="rnd">
            <a:solidFill>
              <a:schemeClr val="accent1"/>
            </a:solidFill>
          </a:ln>
        </p:spPr>
        <p:txBody>
          <a:bodyPr>
            <a:spAutoFit/>
          </a:bodyPr>
          <a:lstStyle/>
          <a:p>
            <a:pPr algn="ctr">
              <a:defRPr/>
            </a:pPr>
            <a:r>
              <a:rPr lang="en-US" sz="1000" b="1" i="1" dirty="0"/>
              <a:t>EODBPOPCC1 EZBUY (88)</a:t>
            </a:r>
          </a:p>
        </p:txBody>
      </p:sp>
      <p:sp>
        <p:nvSpPr>
          <p:cNvPr id="30" name="TextBox 29">
            <a:extLst>
              <a:ext uri="{FF2B5EF4-FFF2-40B4-BE49-F238E27FC236}">
                <a16:creationId xmlns:a16="http://schemas.microsoft.com/office/drawing/2014/main" id="{CEA53C0E-35FF-0B1A-4789-3616E6E3C9EC}"/>
              </a:ext>
            </a:extLst>
          </p:cNvPr>
          <p:cNvSpPr txBox="1"/>
          <p:nvPr/>
        </p:nvSpPr>
        <p:spPr>
          <a:xfrm>
            <a:off x="4267200" y="2971801"/>
            <a:ext cx="914400" cy="708025"/>
          </a:xfrm>
          <a:prstGeom prst="rect">
            <a:avLst/>
          </a:prstGeom>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a:ln cap="rnd">
            <a:solidFill>
              <a:schemeClr val="accent1"/>
            </a:solidFill>
          </a:ln>
        </p:spPr>
        <p:txBody>
          <a:bodyPr>
            <a:spAutoFit/>
          </a:bodyPr>
          <a:lstStyle/>
          <a:p>
            <a:pPr algn="ctr">
              <a:defRPr/>
            </a:pPr>
            <a:r>
              <a:rPr lang="en-US" sz="1000" b="1" i="1" dirty="0"/>
              <a:t>EODBPOPCC2 NON EZBUY(81)</a:t>
            </a:r>
          </a:p>
          <a:p>
            <a:pPr algn="ctr">
              <a:defRPr/>
            </a:pPr>
            <a:endParaRPr lang="en-US" sz="1000" b="1" i="1" dirty="0"/>
          </a:p>
        </p:txBody>
      </p:sp>
      <p:sp>
        <p:nvSpPr>
          <p:cNvPr id="31" name="TextBox 30">
            <a:extLst>
              <a:ext uri="{FF2B5EF4-FFF2-40B4-BE49-F238E27FC236}">
                <a16:creationId xmlns:a16="http://schemas.microsoft.com/office/drawing/2014/main" id="{BCB7B8B8-E2AE-E66E-AEED-F0E79720B799}"/>
              </a:ext>
            </a:extLst>
          </p:cNvPr>
          <p:cNvSpPr txBox="1"/>
          <p:nvPr/>
        </p:nvSpPr>
        <p:spPr>
          <a:xfrm>
            <a:off x="6781800" y="2362200"/>
            <a:ext cx="990600" cy="369888"/>
          </a:xfrm>
          <a:prstGeom prst="rect">
            <a:avLst/>
          </a:prstGeom>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a:ln cap="rnd">
            <a:solidFill>
              <a:schemeClr val="accent1"/>
            </a:solidFill>
          </a:ln>
        </p:spPr>
        <p:txBody>
          <a:bodyPr>
            <a:spAutoFit/>
          </a:bodyPr>
          <a:lstStyle/>
          <a:p>
            <a:pPr>
              <a:defRPr/>
            </a:pPr>
            <a:r>
              <a:rPr lang="en-US" sz="1000" b="1" i="1" dirty="0"/>
              <a:t>POSB105 </a:t>
            </a:r>
          </a:p>
          <a:p>
            <a:pPr>
              <a:defRPr/>
            </a:pPr>
            <a:r>
              <a:rPr lang="en-US" sz="800" b="1" i="1" dirty="0"/>
              <a:t>Copy 15 to 16</a:t>
            </a:r>
          </a:p>
        </p:txBody>
      </p:sp>
      <p:sp>
        <p:nvSpPr>
          <p:cNvPr id="34" name="Flowchart: Direct Access Storage 33">
            <a:extLst>
              <a:ext uri="{FF2B5EF4-FFF2-40B4-BE49-F238E27FC236}">
                <a16:creationId xmlns:a16="http://schemas.microsoft.com/office/drawing/2014/main" id="{82263433-02D3-C220-0957-5717F0247C02}"/>
              </a:ext>
            </a:extLst>
          </p:cNvPr>
          <p:cNvSpPr/>
          <p:nvPr/>
        </p:nvSpPr>
        <p:spPr>
          <a:xfrm>
            <a:off x="8001000" y="2133600"/>
            <a:ext cx="1066800" cy="381000"/>
          </a:xfrm>
          <a:prstGeom prst="flowChartMagneticDrum">
            <a:avLst/>
          </a:prstGeom>
          <a:gradFill>
            <a:gsLst>
              <a:gs pos="0">
                <a:srgbClr val="DDEBCF"/>
              </a:gs>
              <a:gs pos="50000">
                <a:srgbClr val="9CB86E"/>
              </a:gs>
              <a:gs pos="100000">
                <a:srgbClr val="156B13"/>
              </a:gs>
            </a:gsLst>
            <a:lin ang="5400000" scaled="0"/>
          </a:gra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dirty="0"/>
          </a:p>
        </p:txBody>
      </p:sp>
      <p:sp>
        <p:nvSpPr>
          <p:cNvPr id="5133" name="TextBox 34">
            <a:extLst>
              <a:ext uri="{FF2B5EF4-FFF2-40B4-BE49-F238E27FC236}">
                <a16:creationId xmlns:a16="http://schemas.microsoft.com/office/drawing/2014/main" id="{49190121-B43C-BFEA-3161-33A4CD216847}"/>
              </a:ext>
            </a:extLst>
          </p:cNvPr>
          <p:cNvSpPr txBox="1">
            <a:spLocks noChangeArrowheads="1"/>
          </p:cNvSpPr>
          <p:nvPr/>
        </p:nvSpPr>
        <p:spPr bwMode="auto">
          <a:xfrm>
            <a:off x="8077200" y="2209800"/>
            <a:ext cx="609600" cy="215900"/>
          </a:xfrm>
          <a:prstGeom prst="rect">
            <a:avLst/>
          </a:prstGeom>
          <a:gradFill rotWithShape="0">
            <a:gsLst>
              <a:gs pos="0">
                <a:srgbClr val="DDEBCF"/>
              </a:gs>
              <a:gs pos="50000">
                <a:srgbClr val="9CB86E"/>
              </a:gs>
              <a:gs pos="100000">
                <a:srgbClr val="156B13"/>
              </a:gs>
            </a:gsLst>
            <a:lin ang="5400000"/>
          </a:gradFill>
          <a:ln w="9525" cap="rnd">
            <a:solidFill>
              <a:schemeClr val="accent1"/>
            </a:solidFill>
            <a:miter lim="800000"/>
            <a:headEnd/>
            <a:tailEnd/>
          </a:ln>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n-US" altLang="en-US" sz="800" dirty="0">
                <a:solidFill>
                  <a:srgbClr val="FFFF00"/>
                </a:solidFill>
                <a:latin typeface="Calibri" panose="020F0502020204030204" pitchFamily="34" charset="0"/>
              </a:rPr>
              <a:t>POSP016</a:t>
            </a:r>
          </a:p>
        </p:txBody>
      </p:sp>
      <p:sp>
        <p:nvSpPr>
          <p:cNvPr id="36" name="Flowchart: Direct Access Storage 35">
            <a:extLst>
              <a:ext uri="{FF2B5EF4-FFF2-40B4-BE49-F238E27FC236}">
                <a16:creationId xmlns:a16="http://schemas.microsoft.com/office/drawing/2014/main" id="{FAE49299-AAD8-A68A-8006-C48519C247CD}"/>
              </a:ext>
            </a:extLst>
          </p:cNvPr>
          <p:cNvSpPr/>
          <p:nvPr/>
        </p:nvSpPr>
        <p:spPr>
          <a:xfrm>
            <a:off x="8001000" y="2895600"/>
            <a:ext cx="1143000" cy="381000"/>
          </a:xfrm>
          <a:prstGeom prst="flowChartMagneticDrum">
            <a:avLst/>
          </a:prstGeom>
          <a:gradFill>
            <a:gsLst>
              <a:gs pos="0">
                <a:srgbClr val="DDEBCF"/>
              </a:gs>
              <a:gs pos="50000">
                <a:srgbClr val="9CB86E"/>
              </a:gs>
              <a:gs pos="100000">
                <a:srgbClr val="156B13"/>
              </a:gs>
            </a:gsLst>
            <a:lin ang="5400000" scaled="0"/>
          </a:gra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dirty="0"/>
          </a:p>
        </p:txBody>
      </p:sp>
      <p:sp>
        <p:nvSpPr>
          <p:cNvPr id="5135" name="TextBox 36">
            <a:extLst>
              <a:ext uri="{FF2B5EF4-FFF2-40B4-BE49-F238E27FC236}">
                <a16:creationId xmlns:a16="http://schemas.microsoft.com/office/drawing/2014/main" id="{46EDAAF4-8358-83C3-A345-F3CDF6FB9329}"/>
              </a:ext>
            </a:extLst>
          </p:cNvPr>
          <p:cNvSpPr txBox="1">
            <a:spLocks noChangeArrowheads="1"/>
          </p:cNvSpPr>
          <p:nvPr/>
        </p:nvSpPr>
        <p:spPr bwMode="auto">
          <a:xfrm>
            <a:off x="8077200" y="2971800"/>
            <a:ext cx="685800" cy="215900"/>
          </a:xfrm>
          <a:prstGeom prst="rect">
            <a:avLst/>
          </a:prstGeom>
          <a:gradFill rotWithShape="0">
            <a:gsLst>
              <a:gs pos="0">
                <a:srgbClr val="DDEBCF"/>
              </a:gs>
              <a:gs pos="50000">
                <a:srgbClr val="9CB86E"/>
              </a:gs>
              <a:gs pos="100000">
                <a:srgbClr val="156B13"/>
              </a:gs>
            </a:gsLst>
            <a:lin ang="5400000"/>
          </a:gradFill>
          <a:ln w="9525" cap="rnd">
            <a:solidFill>
              <a:schemeClr val="accent1"/>
            </a:solidFill>
            <a:miter lim="800000"/>
            <a:headEnd/>
            <a:tailEnd/>
          </a:ln>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n-US" altLang="en-US" sz="800" dirty="0">
                <a:solidFill>
                  <a:srgbClr val="FFFF00"/>
                </a:solidFill>
                <a:latin typeface="Calibri" panose="020F0502020204030204" pitchFamily="34" charset="0"/>
              </a:rPr>
              <a:t>POSP016CP</a:t>
            </a:r>
          </a:p>
        </p:txBody>
      </p:sp>
      <p:sp>
        <p:nvSpPr>
          <p:cNvPr id="38" name="TextBox 37">
            <a:extLst>
              <a:ext uri="{FF2B5EF4-FFF2-40B4-BE49-F238E27FC236}">
                <a16:creationId xmlns:a16="http://schemas.microsoft.com/office/drawing/2014/main" id="{E4B32E8D-0D44-CED4-EC07-42B184D1538E}"/>
              </a:ext>
            </a:extLst>
          </p:cNvPr>
          <p:cNvSpPr txBox="1"/>
          <p:nvPr/>
        </p:nvSpPr>
        <p:spPr>
          <a:xfrm>
            <a:off x="6781800" y="3429001"/>
            <a:ext cx="990600" cy="246063"/>
          </a:xfrm>
          <a:prstGeom prst="rect">
            <a:avLst/>
          </a:prstGeom>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a:ln cap="rnd">
            <a:solidFill>
              <a:schemeClr val="accent1"/>
            </a:solidFill>
          </a:ln>
        </p:spPr>
        <p:txBody>
          <a:bodyPr>
            <a:spAutoFit/>
          </a:bodyPr>
          <a:lstStyle/>
          <a:p>
            <a:pPr>
              <a:defRPr/>
            </a:pPr>
            <a:r>
              <a:rPr lang="en-US" sz="1000" b="1" i="1" dirty="0"/>
              <a:t>POSC305</a:t>
            </a:r>
          </a:p>
        </p:txBody>
      </p:sp>
      <p:sp>
        <p:nvSpPr>
          <p:cNvPr id="39" name="TextBox 38">
            <a:extLst>
              <a:ext uri="{FF2B5EF4-FFF2-40B4-BE49-F238E27FC236}">
                <a16:creationId xmlns:a16="http://schemas.microsoft.com/office/drawing/2014/main" id="{4447D194-0DF4-A948-2459-F34A6C796689}"/>
              </a:ext>
            </a:extLst>
          </p:cNvPr>
          <p:cNvSpPr txBox="1"/>
          <p:nvPr/>
        </p:nvSpPr>
        <p:spPr>
          <a:xfrm>
            <a:off x="6781800" y="2895600"/>
            <a:ext cx="990600" cy="369888"/>
          </a:xfrm>
          <a:prstGeom prst="rect">
            <a:avLst/>
          </a:prstGeom>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a:ln cap="rnd">
            <a:solidFill>
              <a:schemeClr val="accent1"/>
            </a:solidFill>
          </a:ln>
        </p:spPr>
        <p:txBody>
          <a:bodyPr>
            <a:spAutoFit/>
          </a:bodyPr>
          <a:lstStyle/>
          <a:p>
            <a:pPr>
              <a:defRPr/>
            </a:pPr>
            <a:r>
              <a:rPr lang="en-US" sz="1000" b="1" i="1" dirty="0"/>
              <a:t>POSB305 </a:t>
            </a:r>
            <a:r>
              <a:rPr lang="en-US" sz="800" b="1" i="1" dirty="0"/>
              <a:t> Validate</a:t>
            </a:r>
            <a:endParaRPr lang="en-US" sz="1000" b="1" i="1" dirty="0"/>
          </a:p>
        </p:txBody>
      </p:sp>
      <p:cxnSp>
        <p:nvCxnSpPr>
          <p:cNvPr id="47" name="Elbow Connector 46">
            <a:extLst>
              <a:ext uri="{FF2B5EF4-FFF2-40B4-BE49-F238E27FC236}">
                <a16:creationId xmlns:a16="http://schemas.microsoft.com/office/drawing/2014/main" id="{54B38D52-C9BD-7749-B0E8-F7C21FE60BB8}"/>
              </a:ext>
            </a:extLst>
          </p:cNvPr>
          <p:cNvCxnSpPr>
            <a:stCxn id="30" idx="3"/>
            <a:endCxn id="9" idx="1"/>
          </p:cNvCxnSpPr>
          <p:nvPr/>
        </p:nvCxnSpPr>
        <p:spPr>
          <a:xfrm flipV="1">
            <a:off x="5181600" y="2333625"/>
            <a:ext cx="228600" cy="992188"/>
          </a:xfrm>
          <a:prstGeom prst="bentConnector3">
            <a:avLst>
              <a:gd name="adj1" fmla="val 50000"/>
            </a:avLst>
          </a:prstGeom>
          <a:ln>
            <a:tailEnd type="arrow"/>
          </a:ln>
        </p:spPr>
        <p:style>
          <a:lnRef idx="1">
            <a:schemeClr val="accent1"/>
          </a:lnRef>
          <a:fillRef idx="0">
            <a:schemeClr val="accent1"/>
          </a:fillRef>
          <a:effectRef idx="0">
            <a:schemeClr val="accent1"/>
          </a:effectRef>
          <a:fontRef idx="minor">
            <a:schemeClr val="tx1"/>
          </a:fontRef>
        </p:style>
      </p:cxnSp>
      <p:cxnSp>
        <p:nvCxnSpPr>
          <p:cNvPr id="49" name="Elbow Connector 48">
            <a:extLst>
              <a:ext uri="{FF2B5EF4-FFF2-40B4-BE49-F238E27FC236}">
                <a16:creationId xmlns:a16="http://schemas.microsoft.com/office/drawing/2014/main" id="{9C79F4C3-90BD-7605-02D4-B9900DB20051}"/>
              </a:ext>
            </a:extLst>
          </p:cNvPr>
          <p:cNvCxnSpPr>
            <a:stCxn id="30" idx="3"/>
            <a:endCxn id="11" idx="1"/>
          </p:cNvCxnSpPr>
          <p:nvPr/>
        </p:nvCxnSpPr>
        <p:spPr>
          <a:xfrm flipV="1">
            <a:off x="5181600" y="2811463"/>
            <a:ext cx="228600" cy="514350"/>
          </a:xfrm>
          <a:prstGeom prst="bentConnector3">
            <a:avLst>
              <a:gd name="adj1" fmla="val 50000"/>
            </a:avLst>
          </a:prstGeom>
          <a:ln>
            <a:tailEnd type="arrow"/>
          </a:ln>
        </p:spPr>
        <p:style>
          <a:lnRef idx="1">
            <a:schemeClr val="accent1"/>
          </a:lnRef>
          <a:fillRef idx="0">
            <a:schemeClr val="accent1"/>
          </a:fillRef>
          <a:effectRef idx="0">
            <a:schemeClr val="accent1"/>
          </a:effectRef>
          <a:fontRef idx="minor">
            <a:schemeClr val="tx1"/>
          </a:fontRef>
        </p:style>
      </p:cxnSp>
      <p:sp>
        <p:nvSpPr>
          <p:cNvPr id="50" name="TextBox 49">
            <a:extLst>
              <a:ext uri="{FF2B5EF4-FFF2-40B4-BE49-F238E27FC236}">
                <a16:creationId xmlns:a16="http://schemas.microsoft.com/office/drawing/2014/main" id="{42E99655-9F0A-8654-73BE-A07B56E99FE1}"/>
              </a:ext>
            </a:extLst>
          </p:cNvPr>
          <p:cNvSpPr txBox="1"/>
          <p:nvPr/>
        </p:nvSpPr>
        <p:spPr>
          <a:xfrm>
            <a:off x="4267200" y="2209801"/>
            <a:ext cx="914400" cy="246063"/>
          </a:xfrm>
          <a:prstGeom prst="rect">
            <a:avLst/>
          </a:prstGeom>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a:ln cap="rnd">
            <a:solidFill>
              <a:schemeClr val="accent1"/>
            </a:solidFill>
          </a:ln>
        </p:spPr>
        <p:txBody>
          <a:bodyPr>
            <a:spAutoFit/>
          </a:bodyPr>
          <a:lstStyle/>
          <a:p>
            <a:pPr>
              <a:defRPr/>
            </a:pPr>
            <a:r>
              <a:rPr lang="en-US" sz="1000" b="1" i="1" dirty="0"/>
              <a:t>EODBVOIDCC</a:t>
            </a:r>
          </a:p>
        </p:txBody>
      </p:sp>
      <p:sp>
        <p:nvSpPr>
          <p:cNvPr id="51" name="Flowchart: Direct Access Storage 50">
            <a:extLst>
              <a:ext uri="{FF2B5EF4-FFF2-40B4-BE49-F238E27FC236}">
                <a16:creationId xmlns:a16="http://schemas.microsoft.com/office/drawing/2014/main" id="{1CB67161-69C2-D546-4FE6-50B6180DDFD3}"/>
              </a:ext>
            </a:extLst>
          </p:cNvPr>
          <p:cNvSpPr/>
          <p:nvPr/>
        </p:nvSpPr>
        <p:spPr>
          <a:xfrm>
            <a:off x="5360988" y="3097213"/>
            <a:ext cx="1143000" cy="381000"/>
          </a:xfrm>
          <a:prstGeom prst="flowChartMagneticDrum">
            <a:avLst/>
          </a:prstGeom>
          <a:gradFill>
            <a:gsLst>
              <a:gs pos="0">
                <a:srgbClr val="DDEBCF"/>
              </a:gs>
              <a:gs pos="50000">
                <a:srgbClr val="9CB86E"/>
              </a:gs>
              <a:gs pos="100000">
                <a:srgbClr val="156B13"/>
              </a:gs>
            </a:gsLst>
            <a:lin ang="5400000" scaled="0"/>
          </a:gra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dirty="0"/>
          </a:p>
        </p:txBody>
      </p:sp>
      <p:sp>
        <p:nvSpPr>
          <p:cNvPr id="5142" name="TextBox 51">
            <a:extLst>
              <a:ext uri="{FF2B5EF4-FFF2-40B4-BE49-F238E27FC236}">
                <a16:creationId xmlns:a16="http://schemas.microsoft.com/office/drawing/2014/main" id="{45E1B458-E09B-2ABB-B119-713631426383}"/>
              </a:ext>
            </a:extLst>
          </p:cNvPr>
          <p:cNvSpPr txBox="1">
            <a:spLocks noChangeArrowheads="1"/>
          </p:cNvSpPr>
          <p:nvPr/>
        </p:nvSpPr>
        <p:spPr bwMode="auto">
          <a:xfrm>
            <a:off x="5483225" y="3173413"/>
            <a:ext cx="762000" cy="215900"/>
          </a:xfrm>
          <a:prstGeom prst="rect">
            <a:avLst/>
          </a:prstGeom>
          <a:gradFill rotWithShape="0">
            <a:gsLst>
              <a:gs pos="0">
                <a:srgbClr val="DDEBCF"/>
              </a:gs>
              <a:gs pos="50000">
                <a:srgbClr val="9CB86E"/>
              </a:gs>
              <a:gs pos="100000">
                <a:srgbClr val="156B13"/>
              </a:gs>
            </a:gsLst>
            <a:lin ang="5400000"/>
          </a:gradFill>
          <a:ln w="9525" cap="rnd">
            <a:solidFill>
              <a:schemeClr val="accent1"/>
            </a:solidFill>
            <a:miter lim="800000"/>
            <a:headEnd/>
            <a:tailEnd/>
          </a:ln>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n-US" altLang="en-US" sz="800" dirty="0">
                <a:solidFill>
                  <a:srgbClr val="FFFF00"/>
                </a:solidFill>
                <a:latin typeface="Calibri" panose="020F0502020204030204" pitchFamily="34" charset="0"/>
              </a:rPr>
              <a:t>EODPVOIDC</a:t>
            </a:r>
            <a:r>
              <a:rPr lang="en-US" altLang="en-US" sz="800" dirty="0">
                <a:latin typeface="Calibri" panose="020F0502020204030204" pitchFamily="34" charset="0"/>
              </a:rPr>
              <a:t>C</a:t>
            </a:r>
          </a:p>
        </p:txBody>
      </p:sp>
      <p:sp>
        <p:nvSpPr>
          <p:cNvPr id="60" name="Flowchart: Direct Access Storage 59">
            <a:extLst>
              <a:ext uri="{FF2B5EF4-FFF2-40B4-BE49-F238E27FC236}">
                <a16:creationId xmlns:a16="http://schemas.microsoft.com/office/drawing/2014/main" id="{8E39C2CF-291E-6225-DF6F-AA460F594015}"/>
              </a:ext>
            </a:extLst>
          </p:cNvPr>
          <p:cNvSpPr/>
          <p:nvPr/>
        </p:nvSpPr>
        <p:spPr>
          <a:xfrm>
            <a:off x="1676400" y="1865313"/>
            <a:ext cx="1524000" cy="381000"/>
          </a:xfrm>
          <a:prstGeom prst="flowChartMagneticDrum">
            <a:avLst/>
          </a:prstGeom>
          <a:gradFill>
            <a:gsLst>
              <a:gs pos="0">
                <a:srgbClr val="DDEBCF"/>
              </a:gs>
              <a:gs pos="50000">
                <a:srgbClr val="9CB86E"/>
              </a:gs>
              <a:gs pos="100000">
                <a:srgbClr val="156B13"/>
              </a:gs>
            </a:gsLst>
            <a:lin ang="5400000" scaled="0"/>
          </a:gra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dirty="0"/>
          </a:p>
        </p:txBody>
      </p:sp>
      <p:sp>
        <p:nvSpPr>
          <p:cNvPr id="5144" name="TextBox 60">
            <a:extLst>
              <a:ext uri="{FF2B5EF4-FFF2-40B4-BE49-F238E27FC236}">
                <a16:creationId xmlns:a16="http://schemas.microsoft.com/office/drawing/2014/main" id="{72AA1EB7-3446-009C-C83D-4D0C9D56394C}"/>
              </a:ext>
            </a:extLst>
          </p:cNvPr>
          <p:cNvSpPr txBox="1">
            <a:spLocks noChangeArrowheads="1"/>
          </p:cNvSpPr>
          <p:nvPr/>
        </p:nvSpPr>
        <p:spPr bwMode="auto">
          <a:xfrm>
            <a:off x="1905000" y="1941513"/>
            <a:ext cx="1066800" cy="215900"/>
          </a:xfrm>
          <a:prstGeom prst="rect">
            <a:avLst/>
          </a:prstGeom>
          <a:gradFill rotWithShape="0">
            <a:gsLst>
              <a:gs pos="0">
                <a:srgbClr val="DDEBCF"/>
              </a:gs>
              <a:gs pos="50000">
                <a:srgbClr val="9CB86E"/>
              </a:gs>
              <a:gs pos="100000">
                <a:srgbClr val="156B13"/>
              </a:gs>
            </a:gsLst>
            <a:lin ang="5400000"/>
          </a:gradFill>
          <a:ln w="9525" cap="rnd">
            <a:solidFill>
              <a:schemeClr val="accent1"/>
            </a:solidFill>
            <a:miter lim="800000"/>
            <a:headEnd/>
            <a:tailEnd/>
          </a:ln>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n-US" altLang="en-US" sz="800" dirty="0">
                <a:solidFill>
                  <a:srgbClr val="FFFF00"/>
                </a:solidFill>
                <a:latin typeface="Calibri" panose="020F0502020204030204" pitchFamily="34" charset="0"/>
              </a:rPr>
              <a:t>POSFEFT/XXXXYYYY</a:t>
            </a:r>
          </a:p>
        </p:txBody>
      </p:sp>
      <p:cxnSp>
        <p:nvCxnSpPr>
          <p:cNvPr id="63" name="Elbow Connector 62">
            <a:extLst>
              <a:ext uri="{FF2B5EF4-FFF2-40B4-BE49-F238E27FC236}">
                <a16:creationId xmlns:a16="http://schemas.microsoft.com/office/drawing/2014/main" id="{36FBC7DE-234F-B034-AF28-9B22B98F795E}"/>
              </a:ext>
            </a:extLst>
          </p:cNvPr>
          <p:cNvCxnSpPr>
            <a:stCxn id="7" idx="2"/>
            <a:endCxn id="60" idx="0"/>
          </p:cNvCxnSpPr>
          <p:nvPr/>
        </p:nvCxnSpPr>
        <p:spPr>
          <a:xfrm rot="5400000">
            <a:off x="2202656" y="1553369"/>
            <a:ext cx="547688" cy="76200"/>
          </a:xfrm>
          <a:prstGeom prst="bentConnector3">
            <a:avLst>
              <a:gd name="adj1" fmla="val 50000"/>
            </a:avLst>
          </a:prstGeom>
          <a:ln>
            <a:tailEnd type="arrow"/>
          </a:ln>
        </p:spPr>
        <p:style>
          <a:lnRef idx="1">
            <a:schemeClr val="accent1"/>
          </a:lnRef>
          <a:fillRef idx="0">
            <a:schemeClr val="accent1"/>
          </a:fillRef>
          <a:effectRef idx="0">
            <a:schemeClr val="accent1"/>
          </a:effectRef>
          <a:fontRef idx="minor">
            <a:schemeClr val="tx1"/>
          </a:fontRef>
        </p:style>
      </p:cxnSp>
      <p:sp>
        <p:nvSpPr>
          <p:cNvPr id="64" name="TextBox 63">
            <a:extLst>
              <a:ext uri="{FF2B5EF4-FFF2-40B4-BE49-F238E27FC236}">
                <a16:creationId xmlns:a16="http://schemas.microsoft.com/office/drawing/2014/main" id="{60ACEBC1-3E71-F67B-4B2A-58BB1D789C85}"/>
              </a:ext>
            </a:extLst>
          </p:cNvPr>
          <p:cNvSpPr txBox="1"/>
          <p:nvPr/>
        </p:nvSpPr>
        <p:spPr>
          <a:xfrm>
            <a:off x="2209800" y="3778250"/>
            <a:ext cx="914400" cy="1785104"/>
          </a:xfrm>
          <a:prstGeom prst="rect">
            <a:avLst/>
          </a:prstGeom>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a:ln cap="rnd">
            <a:solidFill>
              <a:schemeClr val="accent1"/>
            </a:solidFill>
          </a:ln>
        </p:spPr>
        <p:txBody>
          <a:bodyPr>
            <a:spAutoFit/>
          </a:bodyPr>
          <a:lstStyle/>
          <a:p>
            <a:pPr>
              <a:defRPr/>
            </a:pPr>
            <a:endParaRPr lang="en-US" sz="1000" b="1" dirty="0"/>
          </a:p>
          <a:p>
            <a:pPr>
              <a:defRPr/>
            </a:pPr>
            <a:endParaRPr lang="en-US" sz="1000" b="1" dirty="0"/>
          </a:p>
          <a:p>
            <a:pPr>
              <a:defRPr/>
            </a:pPr>
            <a:endParaRPr lang="en-US" sz="1000" b="1" dirty="0"/>
          </a:p>
          <a:p>
            <a:pPr>
              <a:defRPr/>
            </a:pPr>
            <a:endParaRPr lang="en-US" sz="1000" b="1" dirty="0"/>
          </a:p>
          <a:p>
            <a:pPr>
              <a:defRPr/>
            </a:pPr>
            <a:endParaRPr lang="en-US" sz="1000" b="1" dirty="0"/>
          </a:p>
          <a:p>
            <a:pPr>
              <a:defRPr/>
            </a:pPr>
            <a:r>
              <a:rPr lang="en-US" sz="1000" b="1" dirty="0"/>
              <a:t>EODCBANKG</a:t>
            </a:r>
          </a:p>
          <a:p>
            <a:pPr>
              <a:defRPr/>
            </a:pPr>
            <a:endParaRPr lang="en-US" sz="1000" b="1" dirty="0"/>
          </a:p>
          <a:p>
            <a:pPr>
              <a:defRPr/>
            </a:pPr>
            <a:endParaRPr lang="en-US" sz="1000" b="1" dirty="0"/>
          </a:p>
          <a:p>
            <a:pPr>
              <a:defRPr/>
            </a:pPr>
            <a:endParaRPr lang="en-US" sz="1000" b="1" dirty="0"/>
          </a:p>
          <a:p>
            <a:pPr>
              <a:defRPr/>
            </a:pPr>
            <a:endParaRPr lang="en-US" sz="1000" b="1" dirty="0"/>
          </a:p>
        </p:txBody>
      </p:sp>
      <p:cxnSp>
        <p:nvCxnSpPr>
          <p:cNvPr id="67" name="Shape 66">
            <a:extLst>
              <a:ext uri="{FF2B5EF4-FFF2-40B4-BE49-F238E27FC236}">
                <a16:creationId xmlns:a16="http://schemas.microsoft.com/office/drawing/2014/main" id="{D2F90C0A-3D5B-528E-BC50-6F222FCE447C}"/>
              </a:ext>
            </a:extLst>
          </p:cNvPr>
          <p:cNvCxnSpPr>
            <a:stCxn id="29" idx="3"/>
            <a:endCxn id="9" idx="0"/>
          </p:cNvCxnSpPr>
          <p:nvPr/>
        </p:nvCxnSpPr>
        <p:spPr>
          <a:xfrm flipV="1">
            <a:off x="5181600" y="2143125"/>
            <a:ext cx="762000" cy="571500"/>
          </a:xfrm>
          <a:prstGeom prst="bentConnector4">
            <a:avLst>
              <a:gd name="adj1" fmla="val 15000"/>
              <a:gd name="adj2" fmla="val 122400"/>
            </a:avLst>
          </a:prstGeom>
          <a:ln>
            <a:tailEnd type="arrow"/>
          </a:ln>
        </p:spPr>
        <p:style>
          <a:lnRef idx="1">
            <a:schemeClr val="accent1"/>
          </a:lnRef>
          <a:fillRef idx="0">
            <a:schemeClr val="accent1"/>
          </a:fillRef>
          <a:effectRef idx="0">
            <a:schemeClr val="accent1"/>
          </a:effectRef>
          <a:fontRef idx="minor">
            <a:schemeClr val="tx1"/>
          </a:fontRef>
        </p:style>
      </p:cxnSp>
      <p:sp>
        <p:nvSpPr>
          <p:cNvPr id="72" name="Flowchart: Direct Access Storage 71">
            <a:extLst>
              <a:ext uri="{FF2B5EF4-FFF2-40B4-BE49-F238E27FC236}">
                <a16:creationId xmlns:a16="http://schemas.microsoft.com/office/drawing/2014/main" id="{7D11D159-22AF-2536-316B-8F0401863EA1}"/>
              </a:ext>
            </a:extLst>
          </p:cNvPr>
          <p:cNvSpPr/>
          <p:nvPr/>
        </p:nvSpPr>
        <p:spPr>
          <a:xfrm>
            <a:off x="2590800" y="2362200"/>
            <a:ext cx="1530350" cy="381000"/>
          </a:xfrm>
          <a:prstGeom prst="flowChartMagneticDrum">
            <a:avLst/>
          </a:prstGeom>
          <a:gradFill>
            <a:gsLst>
              <a:gs pos="0">
                <a:srgbClr val="DDEBCF"/>
              </a:gs>
              <a:gs pos="50000">
                <a:srgbClr val="9CB86E"/>
              </a:gs>
              <a:gs pos="100000">
                <a:srgbClr val="156B13"/>
              </a:gs>
            </a:gsLst>
            <a:lin ang="5400000" scaled="0"/>
          </a:gra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dirty="0"/>
          </a:p>
        </p:txBody>
      </p:sp>
      <p:sp>
        <p:nvSpPr>
          <p:cNvPr id="5149" name="TextBox 72">
            <a:extLst>
              <a:ext uri="{FF2B5EF4-FFF2-40B4-BE49-F238E27FC236}">
                <a16:creationId xmlns:a16="http://schemas.microsoft.com/office/drawing/2014/main" id="{7D985E2B-7974-AFB1-7704-476B682D5683}"/>
              </a:ext>
            </a:extLst>
          </p:cNvPr>
          <p:cNvSpPr txBox="1">
            <a:spLocks noChangeArrowheads="1"/>
          </p:cNvSpPr>
          <p:nvPr/>
        </p:nvSpPr>
        <p:spPr bwMode="auto">
          <a:xfrm>
            <a:off x="2743200" y="2438400"/>
            <a:ext cx="838200" cy="215900"/>
          </a:xfrm>
          <a:prstGeom prst="rect">
            <a:avLst/>
          </a:prstGeom>
          <a:gradFill rotWithShape="0">
            <a:gsLst>
              <a:gs pos="0">
                <a:srgbClr val="DDEBCF"/>
              </a:gs>
              <a:gs pos="50000">
                <a:srgbClr val="9CB86E"/>
              </a:gs>
              <a:gs pos="100000">
                <a:srgbClr val="156B13"/>
              </a:gs>
            </a:gsLst>
            <a:lin ang="5400000"/>
          </a:gradFill>
          <a:ln w="9525" cap="rnd">
            <a:solidFill>
              <a:schemeClr val="accent1"/>
            </a:solidFill>
            <a:miter lim="800000"/>
            <a:headEnd/>
            <a:tailEnd/>
          </a:ln>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n-US" altLang="en-US" sz="800" dirty="0">
                <a:solidFill>
                  <a:srgbClr val="FFFF00"/>
                </a:solidFill>
                <a:latin typeface="Calibri" panose="020F0502020204030204" pitchFamily="34" charset="0"/>
              </a:rPr>
              <a:t>EODPTMP</a:t>
            </a:r>
          </a:p>
        </p:txBody>
      </p:sp>
      <p:sp>
        <p:nvSpPr>
          <p:cNvPr id="88" name="TextBox 87">
            <a:extLst>
              <a:ext uri="{FF2B5EF4-FFF2-40B4-BE49-F238E27FC236}">
                <a16:creationId xmlns:a16="http://schemas.microsoft.com/office/drawing/2014/main" id="{61BFD7CE-BE73-AD06-C529-5CC91F7063B1}"/>
              </a:ext>
            </a:extLst>
          </p:cNvPr>
          <p:cNvSpPr txBox="1"/>
          <p:nvPr/>
        </p:nvSpPr>
        <p:spPr>
          <a:xfrm>
            <a:off x="3886200" y="3862388"/>
            <a:ext cx="838200" cy="1477962"/>
          </a:xfrm>
          <a:prstGeom prst="rect">
            <a:avLst/>
          </a:prstGeom>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a:ln cap="rnd">
            <a:solidFill>
              <a:schemeClr val="accent1"/>
            </a:solidFill>
          </a:ln>
        </p:spPr>
        <p:txBody>
          <a:bodyPr>
            <a:spAutoFit/>
          </a:bodyPr>
          <a:lstStyle/>
          <a:p>
            <a:pPr>
              <a:defRPr/>
            </a:pPr>
            <a:endParaRPr lang="en-US" sz="1000" dirty="0"/>
          </a:p>
          <a:p>
            <a:pPr>
              <a:defRPr/>
            </a:pPr>
            <a:endParaRPr lang="en-US" sz="1000" dirty="0"/>
          </a:p>
          <a:p>
            <a:pPr>
              <a:defRPr/>
            </a:pPr>
            <a:endParaRPr lang="en-US" sz="1000" dirty="0"/>
          </a:p>
          <a:p>
            <a:pPr>
              <a:defRPr/>
            </a:pPr>
            <a:endParaRPr lang="en-US" sz="1000" dirty="0"/>
          </a:p>
          <a:p>
            <a:pPr>
              <a:defRPr/>
            </a:pPr>
            <a:r>
              <a:rPr lang="en-US" sz="1000" b="1" dirty="0"/>
              <a:t>POSC310</a:t>
            </a:r>
          </a:p>
          <a:p>
            <a:pPr>
              <a:defRPr/>
            </a:pPr>
            <a:endParaRPr lang="en-US" sz="1000" dirty="0"/>
          </a:p>
          <a:p>
            <a:pPr>
              <a:defRPr/>
            </a:pPr>
            <a:endParaRPr lang="en-US" sz="1000" dirty="0"/>
          </a:p>
          <a:p>
            <a:pPr>
              <a:defRPr/>
            </a:pPr>
            <a:endParaRPr lang="en-US" sz="1000" dirty="0"/>
          </a:p>
          <a:p>
            <a:pPr>
              <a:defRPr/>
            </a:pPr>
            <a:endParaRPr lang="en-US" sz="1000" dirty="0"/>
          </a:p>
        </p:txBody>
      </p:sp>
      <p:sp>
        <p:nvSpPr>
          <p:cNvPr id="89" name="TextBox 88">
            <a:extLst>
              <a:ext uri="{FF2B5EF4-FFF2-40B4-BE49-F238E27FC236}">
                <a16:creationId xmlns:a16="http://schemas.microsoft.com/office/drawing/2014/main" id="{DCE731B2-5484-C6BF-D806-0D346794BF15}"/>
              </a:ext>
            </a:extLst>
          </p:cNvPr>
          <p:cNvSpPr txBox="1"/>
          <p:nvPr/>
        </p:nvSpPr>
        <p:spPr>
          <a:xfrm>
            <a:off x="5105400" y="4267201"/>
            <a:ext cx="1295400" cy="461963"/>
          </a:xfrm>
          <a:prstGeom prst="rect">
            <a:avLst/>
          </a:prstGeom>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a:ln cap="rnd">
            <a:solidFill>
              <a:schemeClr val="accent1"/>
            </a:solidFill>
          </a:ln>
        </p:spPr>
        <p:txBody>
          <a:bodyPr>
            <a:spAutoFit/>
          </a:bodyPr>
          <a:lstStyle/>
          <a:p>
            <a:pPr>
              <a:defRPr/>
            </a:pPr>
            <a:r>
              <a:rPr lang="en-US" sz="800" b="1" i="1" dirty="0"/>
              <a:t>POSB310 Data format</a:t>
            </a:r>
          </a:p>
          <a:p>
            <a:pPr>
              <a:defRPr/>
            </a:pPr>
            <a:r>
              <a:rPr lang="en-US" sz="800" b="1" i="1" dirty="0"/>
              <a:t>CRTCRDTYP=3</a:t>
            </a:r>
          </a:p>
          <a:p>
            <a:pPr>
              <a:defRPr/>
            </a:pPr>
            <a:endParaRPr lang="en-US" sz="800" b="1" i="1" dirty="0">
              <a:solidFill>
                <a:srgbClr val="FF0000"/>
              </a:solidFill>
            </a:endParaRPr>
          </a:p>
        </p:txBody>
      </p:sp>
      <p:sp>
        <p:nvSpPr>
          <p:cNvPr id="90" name="TextBox 89">
            <a:extLst>
              <a:ext uri="{FF2B5EF4-FFF2-40B4-BE49-F238E27FC236}">
                <a16:creationId xmlns:a16="http://schemas.microsoft.com/office/drawing/2014/main" id="{5CE7E147-B9B9-51D6-C732-2EA9CE3FCD08}"/>
              </a:ext>
            </a:extLst>
          </p:cNvPr>
          <p:cNvSpPr txBox="1"/>
          <p:nvPr/>
        </p:nvSpPr>
        <p:spPr>
          <a:xfrm>
            <a:off x="5105400" y="5105401"/>
            <a:ext cx="1295400" cy="246063"/>
          </a:xfrm>
          <a:prstGeom prst="rect">
            <a:avLst/>
          </a:prstGeom>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a:ln cap="rnd">
            <a:solidFill>
              <a:schemeClr val="accent1"/>
            </a:solidFill>
          </a:ln>
        </p:spPr>
        <p:txBody>
          <a:bodyPr>
            <a:spAutoFit/>
          </a:bodyPr>
          <a:lstStyle/>
          <a:p>
            <a:pPr>
              <a:defRPr/>
            </a:pPr>
            <a:r>
              <a:rPr lang="en-US" sz="1000" b="1" i="1" dirty="0"/>
              <a:t>POSB317</a:t>
            </a:r>
          </a:p>
        </p:txBody>
      </p:sp>
      <p:cxnSp>
        <p:nvCxnSpPr>
          <p:cNvPr id="58" name="Elbow Connector 57">
            <a:extLst>
              <a:ext uri="{FF2B5EF4-FFF2-40B4-BE49-F238E27FC236}">
                <a16:creationId xmlns:a16="http://schemas.microsoft.com/office/drawing/2014/main" id="{E6FA5D56-F109-B00E-C248-2D8D27ED7818}"/>
              </a:ext>
            </a:extLst>
          </p:cNvPr>
          <p:cNvCxnSpPr>
            <a:stCxn id="39" idx="3"/>
            <a:endCxn id="34" idx="1"/>
          </p:cNvCxnSpPr>
          <p:nvPr/>
        </p:nvCxnSpPr>
        <p:spPr>
          <a:xfrm flipV="1">
            <a:off x="7772400" y="2324100"/>
            <a:ext cx="228600" cy="755650"/>
          </a:xfrm>
          <a:prstGeom prst="bentConnector3">
            <a:avLst>
              <a:gd name="adj1" fmla="val 50000"/>
            </a:avLst>
          </a:prstGeom>
          <a:ln>
            <a:tailEnd type="arrow"/>
          </a:ln>
        </p:spPr>
        <p:style>
          <a:lnRef idx="1">
            <a:schemeClr val="accent1"/>
          </a:lnRef>
          <a:fillRef idx="0">
            <a:schemeClr val="accent1"/>
          </a:fillRef>
          <a:effectRef idx="0">
            <a:schemeClr val="accent1"/>
          </a:effectRef>
          <a:fontRef idx="minor">
            <a:schemeClr val="tx1"/>
          </a:fontRef>
        </p:style>
      </p:cxnSp>
      <p:cxnSp>
        <p:nvCxnSpPr>
          <p:cNvPr id="81" name="Straight Arrow Connector 80">
            <a:extLst>
              <a:ext uri="{FF2B5EF4-FFF2-40B4-BE49-F238E27FC236}">
                <a16:creationId xmlns:a16="http://schemas.microsoft.com/office/drawing/2014/main" id="{EB46D66D-7F2F-28E8-016C-8CE71092BC69}"/>
              </a:ext>
            </a:extLst>
          </p:cNvPr>
          <p:cNvCxnSpPr/>
          <p:nvPr/>
        </p:nvCxnSpPr>
        <p:spPr>
          <a:xfrm>
            <a:off x="3124201" y="5257800"/>
            <a:ext cx="758825"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5155" name="TextBox 81">
            <a:extLst>
              <a:ext uri="{FF2B5EF4-FFF2-40B4-BE49-F238E27FC236}">
                <a16:creationId xmlns:a16="http://schemas.microsoft.com/office/drawing/2014/main" id="{3A67DA94-684B-E4C9-A0D8-6D2082A32196}"/>
              </a:ext>
            </a:extLst>
          </p:cNvPr>
          <p:cNvSpPr txBox="1">
            <a:spLocks noChangeArrowheads="1"/>
          </p:cNvSpPr>
          <p:nvPr/>
        </p:nvSpPr>
        <p:spPr bwMode="auto">
          <a:xfrm>
            <a:off x="3094038" y="4103688"/>
            <a:ext cx="609600" cy="215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sz="800" dirty="0"/>
              <a:t>ACCESS</a:t>
            </a:r>
          </a:p>
        </p:txBody>
      </p:sp>
      <p:sp>
        <p:nvSpPr>
          <p:cNvPr id="5156" name="TextBox 82">
            <a:extLst>
              <a:ext uri="{FF2B5EF4-FFF2-40B4-BE49-F238E27FC236}">
                <a16:creationId xmlns:a16="http://schemas.microsoft.com/office/drawing/2014/main" id="{433882CA-AAF6-202F-A577-487AF40F2288}"/>
              </a:ext>
            </a:extLst>
          </p:cNvPr>
          <p:cNvSpPr txBox="1">
            <a:spLocks noChangeArrowheads="1"/>
          </p:cNvSpPr>
          <p:nvPr/>
        </p:nvSpPr>
        <p:spPr bwMode="auto">
          <a:xfrm>
            <a:off x="3094038" y="3811588"/>
            <a:ext cx="609600" cy="215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sz="800" dirty="0"/>
              <a:t>SWITCH</a:t>
            </a:r>
          </a:p>
        </p:txBody>
      </p:sp>
      <p:sp>
        <p:nvSpPr>
          <p:cNvPr id="5157" name="TextBox 84">
            <a:extLst>
              <a:ext uri="{FF2B5EF4-FFF2-40B4-BE49-F238E27FC236}">
                <a16:creationId xmlns:a16="http://schemas.microsoft.com/office/drawing/2014/main" id="{E7F42FEF-22C1-3D9E-35A9-9B68E793758A}"/>
              </a:ext>
            </a:extLst>
          </p:cNvPr>
          <p:cNvSpPr txBox="1">
            <a:spLocks noChangeArrowheads="1"/>
          </p:cNvSpPr>
          <p:nvPr/>
        </p:nvSpPr>
        <p:spPr bwMode="auto">
          <a:xfrm>
            <a:off x="3097213" y="4564063"/>
            <a:ext cx="609600" cy="214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sz="800" dirty="0"/>
              <a:t>EZBUY</a:t>
            </a:r>
          </a:p>
        </p:txBody>
      </p:sp>
      <p:sp>
        <p:nvSpPr>
          <p:cNvPr id="5158" name="TextBox 85">
            <a:extLst>
              <a:ext uri="{FF2B5EF4-FFF2-40B4-BE49-F238E27FC236}">
                <a16:creationId xmlns:a16="http://schemas.microsoft.com/office/drawing/2014/main" id="{CB81148C-3F14-0A0F-4042-9C2D54A0728F}"/>
              </a:ext>
            </a:extLst>
          </p:cNvPr>
          <p:cNvSpPr txBox="1">
            <a:spLocks noChangeArrowheads="1"/>
          </p:cNvSpPr>
          <p:nvPr/>
        </p:nvSpPr>
        <p:spPr bwMode="auto">
          <a:xfrm>
            <a:off x="3097213" y="4805363"/>
            <a:ext cx="609600" cy="215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sz="800" dirty="0"/>
              <a:t>AMEX</a:t>
            </a:r>
          </a:p>
        </p:txBody>
      </p:sp>
      <p:sp>
        <p:nvSpPr>
          <p:cNvPr id="5159" name="TextBox 90">
            <a:extLst>
              <a:ext uri="{FF2B5EF4-FFF2-40B4-BE49-F238E27FC236}">
                <a16:creationId xmlns:a16="http://schemas.microsoft.com/office/drawing/2014/main" id="{B0E4C178-2B29-0F0E-1D1E-6A71F3845523}"/>
              </a:ext>
            </a:extLst>
          </p:cNvPr>
          <p:cNvSpPr txBox="1">
            <a:spLocks noChangeArrowheads="1"/>
          </p:cNvSpPr>
          <p:nvPr/>
        </p:nvSpPr>
        <p:spPr bwMode="auto">
          <a:xfrm>
            <a:off x="3100388" y="4348163"/>
            <a:ext cx="609600" cy="214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sz="800" dirty="0"/>
              <a:t>VISA</a:t>
            </a:r>
          </a:p>
        </p:txBody>
      </p:sp>
      <p:cxnSp>
        <p:nvCxnSpPr>
          <p:cNvPr id="93" name="Shape 92">
            <a:extLst>
              <a:ext uri="{FF2B5EF4-FFF2-40B4-BE49-F238E27FC236}">
                <a16:creationId xmlns:a16="http://schemas.microsoft.com/office/drawing/2014/main" id="{2698721A-8940-E6B4-5D69-23CF334C4601}"/>
              </a:ext>
            </a:extLst>
          </p:cNvPr>
          <p:cNvCxnSpPr>
            <a:stCxn id="34" idx="4"/>
            <a:endCxn id="89" idx="0"/>
          </p:cNvCxnSpPr>
          <p:nvPr/>
        </p:nvCxnSpPr>
        <p:spPr>
          <a:xfrm flipH="1">
            <a:off x="5753100" y="2324100"/>
            <a:ext cx="3314700" cy="1943100"/>
          </a:xfrm>
          <a:prstGeom prst="bentConnector4">
            <a:avLst>
              <a:gd name="adj1" fmla="val -6897"/>
              <a:gd name="adj2" fmla="val 54902"/>
            </a:avLst>
          </a:prstGeom>
          <a:ln>
            <a:tailEnd type="arrow"/>
          </a:ln>
        </p:spPr>
        <p:style>
          <a:lnRef idx="1">
            <a:schemeClr val="accent1"/>
          </a:lnRef>
          <a:fillRef idx="0">
            <a:schemeClr val="accent1"/>
          </a:fillRef>
          <a:effectRef idx="0">
            <a:schemeClr val="accent1"/>
          </a:effectRef>
          <a:fontRef idx="minor">
            <a:schemeClr val="tx1"/>
          </a:fontRef>
        </p:style>
      </p:cxnSp>
      <p:cxnSp>
        <p:nvCxnSpPr>
          <p:cNvPr id="96" name="Shape 95">
            <a:extLst>
              <a:ext uri="{FF2B5EF4-FFF2-40B4-BE49-F238E27FC236}">
                <a16:creationId xmlns:a16="http://schemas.microsoft.com/office/drawing/2014/main" id="{AB4D4383-85B1-17D9-ADC9-7C5FEFE9798C}"/>
              </a:ext>
            </a:extLst>
          </p:cNvPr>
          <p:cNvCxnSpPr>
            <a:stCxn id="36" idx="4"/>
            <a:endCxn id="89" idx="0"/>
          </p:cNvCxnSpPr>
          <p:nvPr/>
        </p:nvCxnSpPr>
        <p:spPr>
          <a:xfrm flipH="1">
            <a:off x="5753100" y="3086100"/>
            <a:ext cx="3390900" cy="1181100"/>
          </a:xfrm>
          <a:prstGeom prst="bentConnector4">
            <a:avLst>
              <a:gd name="adj1" fmla="val -6742"/>
              <a:gd name="adj2" fmla="val 65032"/>
            </a:avLst>
          </a:prstGeom>
          <a:ln>
            <a:tailEnd type="arrow"/>
          </a:ln>
        </p:spPr>
        <p:style>
          <a:lnRef idx="1">
            <a:schemeClr val="accent1"/>
          </a:lnRef>
          <a:fillRef idx="0">
            <a:schemeClr val="accent1"/>
          </a:fillRef>
          <a:effectRef idx="0">
            <a:schemeClr val="accent1"/>
          </a:effectRef>
          <a:fontRef idx="minor">
            <a:schemeClr val="tx1"/>
          </a:fontRef>
        </p:style>
      </p:cxnSp>
      <p:sp>
        <p:nvSpPr>
          <p:cNvPr id="114" name="Flowchart: Direct Access Storage 113">
            <a:extLst>
              <a:ext uri="{FF2B5EF4-FFF2-40B4-BE49-F238E27FC236}">
                <a16:creationId xmlns:a16="http://schemas.microsoft.com/office/drawing/2014/main" id="{3F265368-93B9-5B25-570D-4C887AC635DA}"/>
              </a:ext>
            </a:extLst>
          </p:cNvPr>
          <p:cNvSpPr/>
          <p:nvPr/>
        </p:nvSpPr>
        <p:spPr>
          <a:xfrm>
            <a:off x="8366125" y="6245225"/>
            <a:ext cx="1143000" cy="381000"/>
          </a:xfrm>
          <a:prstGeom prst="flowChartMagneticDrum">
            <a:avLst/>
          </a:prstGeom>
          <a:gradFill>
            <a:gsLst>
              <a:gs pos="0">
                <a:srgbClr val="DDEBCF"/>
              </a:gs>
              <a:gs pos="50000">
                <a:srgbClr val="9CB86E"/>
              </a:gs>
              <a:gs pos="100000">
                <a:srgbClr val="156B13"/>
              </a:gs>
            </a:gsLst>
            <a:lin ang="5400000" scaled="0"/>
          </a:gra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dirty="0"/>
          </a:p>
        </p:txBody>
      </p:sp>
      <p:sp>
        <p:nvSpPr>
          <p:cNvPr id="5163" name="TextBox 36">
            <a:extLst>
              <a:ext uri="{FF2B5EF4-FFF2-40B4-BE49-F238E27FC236}">
                <a16:creationId xmlns:a16="http://schemas.microsoft.com/office/drawing/2014/main" id="{0C2B7BFD-ADC7-B520-6F22-5DD9A8A334B6}"/>
              </a:ext>
            </a:extLst>
          </p:cNvPr>
          <p:cNvSpPr txBox="1">
            <a:spLocks noChangeArrowheads="1"/>
          </p:cNvSpPr>
          <p:nvPr/>
        </p:nvSpPr>
        <p:spPr bwMode="auto">
          <a:xfrm>
            <a:off x="8442325" y="6321425"/>
            <a:ext cx="685800" cy="215900"/>
          </a:xfrm>
          <a:prstGeom prst="rect">
            <a:avLst/>
          </a:prstGeom>
          <a:gradFill rotWithShape="0">
            <a:gsLst>
              <a:gs pos="0">
                <a:srgbClr val="DDEBCF"/>
              </a:gs>
              <a:gs pos="50000">
                <a:srgbClr val="9CB86E"/>
              </a:gs>
              <a:gs pos="100000">
                <a:srgbClr val="156B13"/>
              </a:gs>
            </a:gsLst>
            <a:lin ang="5400000"/>
          </a:gradFill>
          <a:ln w="9525" cap="rnd">
            <a:solidFill>
              <a:schemeClr val="accent1"/>
            </a:solidFill>
            <a:miter lim="800000"/>
            <a:headEnd/>
            <a:tailEnd/>
          </a:ln>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n-US" altLang="en-US" sz="800" dirty="0">
                <a:solidFill>
                  <a:srgbClr val="FFFF00"/>
                </a:solidFill>
                <a:latin typeface="Calibri" panose="020F0502020204030204" pitchFamily="34" charset="0"/>
              </a:rPr>
              <a:t>POSP080</a:t>
            </a:r>
          </a:p>
        </p:txBody>
      </p:sp>
      <p:sp>
        <p:nvSpPr>
          <p:cNvPr id="118" name="TextBox 117">
            <a:extLst>
              <a:ext uri="{FF2B5EF4-FFF2-40B4-BE49-F238E27FC236}">
                <a16:creationId xmlns:a16="http://schemas.microsoft.com/office/drawing/2014/main" id="{BC591871-2365-EE05-273B-6DFD1EF69A58}"/>
              </a:ext>
            </a:extLst>
          </p:cNvPr>
          <p:cNvSpPr txBox="1"/>
          <p:nvPr/>
        </p:nvSpPr>
        <p:spPr>
          <a:xfrm>
            <a:off x="5105400" y="6019801"/>
            <a:ext cx="1295400" cy="246063"/>
          </a:xfrm>
          <a:prstGeom prst="rect">
            <a:avLst/>
          </a:prstGeom>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a:ln cap="rnd">
            <a:solidFill>
              <a:schemeClr val="accent1"/>
            </a:solidFill>
          </a:ln>
        </p:spPr>
        <p:txBody>
          <a:bodyPr>
            <a:spAutoFit/>
          </a:bodyPr>
          <a:lstStyle/>
          <a:p>
            <a:pPr>
              <a:defRPr/>
            </a:pPr>
            <a:r>
              <a:rPr lang="en-US" sz="1000" b="1" i="1" dirty="0"/>
              <a:t>POSC320 </a:t>
            </a:r>
            <a:r>
              <a:rPr lang="en-US" sz="800" b="1" i="1" dirty="0"/>
              <a:t>FTP</a:t>
            </a:r>
          </a:p>
        </p:txBody>
      </p:sp>
      <p:sp>
        <p:nvSpPr>
          <p:cNvPr id="5165" name="TextBox 129">
            <a:extLst>
              <a:ext uri="{FF2B5EF4-FFF2-40B4-BE49-F238E27FC236}">
                <a16:creationId xmlns:a16="http://schemas.microsoft.com/office/drawing/2014/main" id="{4E12FA3D-9BF4-8515-A807-6595A5DE11A5}"/>
              </a:ext>
            </a:extLst>
          </p:cNvPr>
          <p:cNvSpPr txBox="1">
            <a:spLocks noChangeArrowheads="1"/>
          </p:cNvSpPr>
          <p:nvPr/>
        </p:nvSpPr>
        <p:spPr bwMode="auto">
          <a:xfrm>
            <a:off x="8077200" y="762000"/>
            <a:ext cx="685800" cy="369888"/>
          </a:xfrm>
          <a:prstGeom prst="rect">
            <a:avLst/>
          </a:prstGeom>
          <a:noFill/>
          <a:ln w="9525">
            <a:solidFill>
              <a:schemeClr val="tx2"/>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dirty="0"/>
              <a:t>POS</a:t>
            </a:r>
          </a:p>
        </p:txBody>
      </p:sp>
      <p:cxnSp>
        <p:nvCxnSpPr>
          <p:cNvPr id="82" name="Straight Arrow Connector 81">
            <a:extLst>
              <a:ext uri="{FF2B5EF4-FFF2-40B4-BE49-F238E27FC236}">
                <a16:creationId xmlns:a16="http://schemas.microsoft.com/office/drawing/2014/main" id="{DF5BC923-3FFA-FB24-6C7C-5522EE50A684}"/>
              </a:ext>
            </a:extLst>
          </p:cNvPr>
          <p:cNvCxnSpPr/>
          <p:nvPr/>
        </p:nvCxnSpPr>
        <p:spPr>
          <a:xfrm>
            <a:off x="2895600" y="3124200"/>
            <a:ext cx="304800"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92" name="Shape 91">
            <a:extLst>
              <a:ext uri="{FF2B5EF4-FFF2-40B4-BE49-F238E27FC236}">
                <a16:creationId xmlns:a16="http://schemas.microsoft.com/office/drawing/2014/main" id="{6FDC8A2C-2EE5-1989-2FAD-EA8DE36D8510}"/>
              </a:ext>
            </a:extLst>
          </p:cNvPr>
          <p:cNvCxnSpPr>
            <a:stCxn id="27" idx="2"/>
            <a:endCxn id="31" idx="1"/>
          </p:cNvCxnSpPr>
          <p:nvPr/>
        </p:nvCxnSpPr>
        <p:spPr>
          <a:xfrm rot="5400000" flipH="1" flipV="1">
            <a:off x="4285029" y="875140"/>
            <a:ext cx="824766" cy="4168775"/>
          </a:xfrm>
          <a:prstGeom prst="bentConnector4">
            <a:avLst>
              <a:gd name="adj1" fmla="val -27717"/>
              <a:gd name="adj2" fmla="val 55027"/>
            </a:avLst>
          </a:prstGeom>
          <a:ln>
            <a:tailEnd type="arrow"/>
          </a:ln>
        </p:spPr>
        <p:style>
          <a:lnRef idx="1">
            <a:schemeClr val="accent1"/>
          </a:lnRef>
          <a:fillRef idx="0">
            <a:schemeClr val="accent1"/>
          </a:fillRef>
          <a:effectRef idx="0">
            <a:schemeClr val="accent1"/>
          </a:effectRef>
          <a:fontRef idx="minor">
            <a:schemeClr val="tx1"/>
          </a:fontRef>
        </p:style>
      </p:cxnSp>
      <p:sp>
        <p:nvSpPr>
          <p:cNvPr id="102" name="Flowchart: Direct Access Storage 101">
            <a:extLst>
              <a:ext uri="{FF2B5EF4-FFF2-40B4-BE49-F238E27FC236}">
                <a16:creationId xmlns:a16="http://schemas.microsoft.com/office/drawing/2014/main" id="{C5DE47A9-EA43-DC45-F1A5-EFF2B40F4AC8}"/>
              </a:ext>
            </a:extLst>
          </p:cNvPr>
          <p:cNvSpPr/>
          <p:nvPr/>
        </p:nvSpPr>
        <p:spPr>
          <a:xfrm>
            <a:off x="6781800" y="1828800"/>
            <a:ext cx="1143000" cy="381000"/>
          </a:xfrm>
          <a:prstGeom prst="flowChartMagneticDrum">
            <a:avLst/>
          </a:prstGeom>
          <a:gradFill>
            <a:gsLst>
              <a:gs pos="0">
                <a:srgbClr val="DDEBCF"/>
              </a:gs>
              <a:gs pos="50000">
                <a:srgbClr val="9CB86E"/>
              </a:gs>
              <a:gs pos="100000">
                <a:srgbClr val="156B13"/>
              </a:gs>
            </a:gsLst>
            <a:lin ang="5400000" scaled="0"/>
          </a:gra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dirty="0"/>
          </a:p>
        </p:txBody>
      </p:sp>
      <p:sp>
        <p:nvSpPr>
          <p:cNvPr id="5170" name="TextBox 9">
            <a:extLst>
              <a:ext uri="{FF2B5EF4-FFF2-40B4-BE49-F238E27FC236}">
                <a16:creationId xmlns:a16="http://schemas.microsoft.com/office/drawing/2014/main" id="{8A0DFAD9-EBD0-ED7E-AE0B-AAE245A69881}"/>
              </a:ext>
            </a:extLst>
          </p:cNvPr>
          <p:cNvSpPr txBox="1">
            <a:spLocks noChangeArrowheads="1"/>
          </p:cNvSpPr>
          <p:nvPr/>
        </p:nvSpPr>
        <p:spPr bwMode="auto">
          <a:xfrm>
            <a:off x="6858000" y="1905000"/>
            <a:ext cx="685800" cy="215900"/>
          </a:xfrm>
          <a:prstGeom prst="rect">
            <a:avLst/>
          </a:prstGeom>
          <a:gradFill rotWithShape="0">
            <a:gsLst>
              <a:gs pos="0">
                <a:srgbClr val="DDEBCF"/>
              </a:gs>
              <a:gs pos="50000">
                <a:srgbClr val="9CB86E"/>
              </a:gs>
              <a:gs pos="100000">
                <a:srgbClr val="156B13"/>
              </a:gs>
            </a:gsLst>
            <a:lin ang="5400000"/>
          </a:gradFill>
          <a:ln w="9525" cap="rnd">
            <a:solidFill>
              <a:schemeClr val="accent1"/>
            </a:solidFill>
            <a:miter lim="800000"/>
            <a:headEnd/>
            <a:tailEnd/>
          </a:ln>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n-US" altLang="en-US" sz="800" dirty="0">
                <a:solidFill>
                  <a:srgbClr val="FFFF00"/>
                </a:solidFill>
                <a:latin typeface="Calibri" panose="020F0502020204030204" pitchFamily="34" charset="0"/>
              </a:rPr>
              <a:t>POSP015BU</a:t>
            </a:r>
          </a:p>
        </p:txBody>
      </p:sp>
      <p:cxnSp>
        <p:nvCxnSpPr>
          <p:cNvPr id="105" name="Elbow Connector 104">
            <a:extLst>
              <a:ext uri="{FF2B5EF4-FFF2-40B4-BE49-F238E27FC236}">
                <a16:creationId xmlns:a16="http://schemas.microsoft.com/office/drawing/2014/main" id="{0F5FF297-7350-1789-DB39-2A4BE6E10A44}"/>
              </a:ext>
            </a:extLst>
          </p:cNvPr>
          <p:cNvCxnSpPr>
            <a:stCxn id="9" idx="4"/>
            <a:endCxn id="102" idx="1"/>
          </p:cNvCxnSpPr>
          <p:nvPr/>
        </p:nvCxnSpPr>
        <p:spPr>
          <a:xfrm flipV="1">
            <a:off x="6477000" y="2019301"/>
            <a:ext cx="304800" cy="314325"/>
          </a:xfrm>
          <a:prstGeom prst="bentConnector3">
            <a:avLst>
              <a:gd name="adj1" fmla="val 50000"/>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17" name="Elbow Connector 116">
            <a:extLst>
              <a:ext uri="{FF2B5EF4-FFF2-40B4-BE49-F238E27FC236}">
                <a16:creationId xmlns:a16="http://schemas.microsoft.com/office/drawing/2014/main" id="{C4A08FE6-D89E-CE94-3D35-3A221B3C4F3F}"/>
              </a:ext>
            </a:extLst>
          </p:cNvPr>
          <p:cNvCxnSpPr>
            <a:stCxn id="28" idx="3"/>
            <a:endCxn id="29" idx="1"/>
          </p:cNvCxnSpPr>
          <p:nvPr/>
        </p:nvCxnSpPr>
        <p:spPr>
          <a:xfrm flipV="1">
            <a:off x="4041776" y="2714625"/>
            <a:ext cx="225425" cy="457230"/>
          </a:xfrm>
          <a:prstGeom prst="bentConnector3">
            <a:avLst>
              <a:gd name="adj1" fmla="val 50000"/>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19" name="Elbow Connector 118">
            <a:extLst>
              <a:ext uri="{FF2B5EF4-FFF2-40B4-BE49-F238E27FC236}">
                <a16:creationId xmlns:a16="http://schemas.microsoft.com/office/drawing/2014/main" id="{13263F55-BE1F-ADCE-6222-94394A8D35D2}"/>
              </a:ext>
            </a:extLst>
          </p:cNvPr>
          <p:cNvCxnSpPr>
            <a:stCxn id="28" idx="3"/>
            <a:endCxn id="30" idx="1"/>
          </p:cNvCxnSpPr>
          <p:nvPr/>
        </p:nvCxnSpPr>
        <p:spPr>
          <a:xfrm>
            <a:off x="4041776" y="3171855"/>
            <a:ext cx="225425" cy="153958"/>
          </a:xfrm>
          <a:prstGeom prst="bentConnector3">
            <a:avLst>
              <a:gd name="adj1" fmla="val 50000"/>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35" name="Elbow Connector 134">
            <a:extLst>
              <a:ext uri="{FF2B5EF4-FFF2-40B4-BE49-F238E27FC236}">
                <a16:creationId xmlns:a16="http://schemas.microsoft.com/office/drawing/2014/main" id="{192C880C-33B0-ED9F-9BBF-4F14CF91CD0E}"/>
              </a:ext>
            </a:extLst>
          </p:cNvPr>
          <p:cNvCxnSpPr>
            <a:stCxn id="28" idx="3"/>
            <a:endCxn id="50" idx="1"/>
          </p:cNvCxnSpPr>
          <p:nvPr/>
        </p:nvCxnSpPr>
        <p:spPr>
          <a:xfrm flipV="1">
            <a:off x="4041776" y="2332833"/>
            <a:ext cx="225425" cy="839023"/>
          </a:xfrm>
          <a:prstGeom prst="bentConnector3">
            <a:avLst>
              <a:gd name="adj1" fmla="val 50000"/>
            </a:avLst>
          </a:prstGeom>
          <a:ln>
            <a:tailEnd type="arrow"/>
          </a:ln>
        </p:spPr>
        <p:style>
          <a:lnRef idx="1">
            <a:schemeClr val="accent1"/>
          </a:lnRef>
          <a:fillRef idx="0">
            <a:schemeClr val="accent1"/>
          </a:fillRef>
          <a:effectRef idx="0">
            <a:schemeClr val="accent1"/>
          </a:effectRef>
          <a:fontRef idx="minor">
            <a:schemeClr val="tx1"/>
          </a:fontRef>
        </p:style>
      </p:cxnSp>
      <p:sp>
        <p:nvSpPr>
          <p:cNvPr id="143" name="Flowchart: Direct Access Storage 142">
            <a:extLst>
              <a:ext uri="{FF2B5EF4-FFF2-40B4-BE49-F238E27FC236}">
                <a16:creationId xmlns:a16="http://schemas.microsoft.com/office/drawing/2014/main" id="{71E410E1-F606-2701-883B-2B1312614A82}"/>
              </a:ext>
            </a:extLst>
          </p:cNvPr>
          <p:cNvSpPr/>
          <p:nvPr/>
        </p:nvSpPr>
        <p:spPr>
          <a:xfrm>
            <a:off x="3276600" y="1676400"/>
            <a:ext cx="1066800" cy="381000"/>
          </a:xfrm>
          <a:prstGeom prst="flowChartMagneticDrum">
            <a:avLst/>
          </a:prstGeom>
          <a:gradFill>
            <a:gsLst>
              <a:gs pos="0">
                <a:srgbClr val="DDEBCF"/>
              </a:gs>
              <a:gs pos="50000">
                <a:srgbClr val="9CB86E"/>
              </a:gs>
              <a:gs pos="100000">
                <a:srgbClr val="156B13"/>
              </a:gs>
            </a:gsLst>
            <a:lin ang="5400000" scaled="0"/>
          </a:gra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dirty="0"/>
          </a:p>
        </p:txBody>
      </p:sp>
      <p:sp>
        <p:nvSpPr>
          <p:cNvPr id="5176" name="TextBox 9">
            <a:extLst>
              <a:ext uri="{FF2B5EF4-FFF2-40B4-BE49-F238E27FC236}">
                <a16:creationId xmlns:a16="http://schemas.microsoft.com/office/drawing/2014/main" id="{61DDBBB8-57AC-CE88-3F5A-6D1EF636DC7E}"/>
              </a:ext>
            </a:extLst>
          </p:cNvPr>
          <p:cNvSpPr txBox="1">
            <a:spLocks noChangeArrowheads="1"/>
          </p:cNvSpPr>
          <p:nvPr/>
        </p:nvSpPr>
        <p:spPr bwMode="auto">
          <a:xfrm>
            <a:off x="3352800" y="1752601"/>
            <a:ext cx="609600" cy="214313"/>
          </a:xfrm>
          <a:prstGeom prst="rect">
            <a:avLst/>
          </a:prstGeom>
          <a:gradFill rotWithShape="0">
            <a:gsLst>
              <a:gs pos="0">
                <a:srgbClr val="DDEBCF"/>
              </a:gs>
              <a:gs pos="50000">
                <a:srgbClr val="9CB86E"/>
              </a:gs>
              <a:gs pos="100000">
                <a:srgbClr val="156B13"/>
              </a:gs>
            </a:gsLst>
            <a:lin ang="5400000"/>
          </a:gradFill>
          <a:ln w="9525" cap="rnd">
            <a:solidFill>
              <a:schemeClr val="accent1"/>
            </a:solidFill>
            <a:miter lim="800000"/>
            <a:headEnd/>
            <a:tailEnd/>
          </a:ln>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n-US" altLang="en-US" sz="800" dirty="0">
                <a:solidFill>
                  <a:srgbClr val="FFFF00"/>
                </a:solidFill>
                <a:latin typeface="Calibri" panose="020F0502020204030204" pitchFamily="34" charset="0"/>
              </a:rPr>
              <a:t>EODPEFT</a:t>
            </a:r>
          </a:p>
        </p:txBody>
      </p:sp>
      <p:cxnSp>
        <p:nvCxnSpPr>
          <p:cNvPr id="164" name="Shape 163">
            <a:extLst>
              <a:ext uri="{FF2B5EF4-FFF2-40B4-BE49-F238E27FC236}">
                <a16:creationId xmlns:a16="http://schemas.microsoft.com/office/drawing/2014/main" id="{77888CC0-1CAB-29C5-152B-50AC4114AC70}"/>
              </a:ext>
            </a:extLst>
          </p:cNvPr>
          <p:cNvCxnSpPr>
            <a:stCxn id="51" idx="4"/>
            <a:endCxn id="29" idx="3"/>
          </p:cNvCxnSpPr>
          <p:nvPr/>
        </p:nvCxnSpPr>
        <p:spPr>
          <a:xfrm flipH="1" flipV="1">
            <a:off x="5181600" y="2714625"/>
            <a:ext cx="1322388" cy="573088"/>
          </a:xfrm>
          <a:prstGeom prst="bentConnector3">
            <a:avLst>
              <a:gd name="adj1" fmla="val -17287"/>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68" name="Shape 167">
            <a:extLst>
              <a:ext uri="{FF2B5EF4-FFF2-40B4-BE49-F238E27FC236}">
                <a16:creationId xmlns:a16="http://schemas.microsoft.com/office/drawing/2014/main" id="{E3F88C24-AB60-79B8-B1A5-BC734EA0E36F}"/>
              </a:ext>
            </a:extLst>
          </p:cNvPr>
          <p:cNvCxnSpPr>
            <a:stCxn id="143" idx="4"/>
            <a:endCxn id="29" idx="1"/>
          </p:cNvCxnSpPr>
          <p:nvPr/>
        </p:nvCxnSpPr>
        <p:spPr>
          <a:xfrm flipH="1">
            <a:off x="4267200" y="1866901"/>
            <a:ext cx="76200" cy="847725"/>
          </a:xfrm>
          <a:prstGeom prst="bentConnector5">
            <a:avLst>
              <a:gd name="adj1" fmla="val -300000"/>
              <a:gd name="adj2" fmla="val 31101"/>
              <a:gd name="adj3" fmla="val 256000"/>
            </a:avLst>
          </a:prstGeom>
          <a:ln>
            <a:headEnd type="arrow"/>
            <a:tailEnd type="arrow"/>
          </a:ln>
        </p:spPr>
        <p:style>
          <a:lnRef idx="1">
            <a:schemeClr val="accent1"/>
          </a:lnRef>
          <a:fillRef idx="0">
            <a:schemeClr val="accent1"/>
          </a:fillRef>
          <a:effectRef idx="0">
            <a:schemeClr val="accent1"/>
          </a:effectRef>
          <a:fontRef idx="minor">
            <a:schemeClr val="tx1"/>
          </a:fontRef>
        </p:style>
      </p:cxnSp>
      <p:sp>
        <p:nvSpPr>
          <p:cNvPr id="5179" name="TextBox 85">
            <a:extLst>
              <a:ext uri="{FF2B5EF4-FFF2-40B4-BE49-F238E27FC236}">
                <a16:creationId xmlns:a16="http://schemas.microsoft.com/office/drawing/2014/main" id="{19610FB6-AEAB-434B-EACD-20D8044B665D}"/>
              </a:ext>
            </a:extLst>
          </p:cNvPr>
          <p:cNvSpPr txBox="1">
            <a:spLocks noChangeArrowheads="1"/>
          </p:cNvSpPr>
          <p:nvPr/>
        </p:nvSpPr>
        <p:spPr bwMode="auto">
          <a:xfrm>
            <a:off x="3094038" y="5030788"/>
            <a:ext cx="762000" cy="215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sz="800" dirty="0"/>
              <a:t>FLEXCASH</a:t>
            </a:r>
          </a:p>
        </p:txBody>
      </p:sp>
      <p:sp>
        <p:nvSpPr>
          <p:cNvPr id="211" name="TextBox 210">
            <a:extLst>
              <a:ext uri="{FF2B5EF4-FFF2-40B4-BE49-F238E27FC236}">
                <a16:creationId xmlns:a16="http://schemas.microsoft.com/office/drawing/2014/main" id="{FAD80005-189A-8325-9CFA-C4C08D97F03D}"/>
              </a:ext>
            </a:extLst>
          </p:cNvPr>
          <p:cNvSpPr txBox="1"/>
          <p:nvPr/>
        </p:nvSpPr>
        <p:spPr>
          <a:xfrm>
            <a:off x="5105400" y="3760788"/>
            <a:ext cx="1295400" cy="246062"/>
          </a:xfrm>
          <a:prstGeom prst="rect">
            <a:avLst/>
          </a:prstGeom>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a:ln cap="rnd">
            <a:solidFill>
              <a:schemeClr val="accent1"/>
            </a:solidFill>
          </a:ln>
        </p:spPr>
        <p:txBody>
          <a:bodyPr>
            <a:spAutoFit/>
          </a:bodyPr>
          <a:lstStyle/>
          <a:p>
            <a:pPr>
              <a:defRPr/>
            </a:pPr>
            <a:r>
              <a:rPr lang="en-US" sz="1000" b="1" i="1" dirty="0"/>
              <a:t>POSCSETLIB</a:t>
            </a:r>
          </a:p>
        </p:txBody>
      </p:sp>
      <p:sp>
        <p:nvSpPr>
          <p:cNvPr id="220" name="TextBox 219">
            <a:extLst>
              <a:ext uri="{FF2B5EF4-FFF2-40B4-BE49-F238E27FC236}">
                <a16:creationId xmlns:a16="http://schemas.microsoft.com/office/drawing/2014/main" id="{8E2F40EB-19BB-D5D3-E125-A5E5EAC90535}"/>
              </a:ext>
            </a:extLst>
          </p:cNvPr>
          <p:cNvSpPr txBox="1"/>
          <p:nvPr/>
        </p:nvSpPr>
        <p:spPr>
          <a:xfrm>
            <a:off x="3535363" y="5568951"/>
            <a:ext cx="1295400" cy="246063"/>
          </a:xfrm>
          <a:prstGeom prst="rect">
            <a:avLst/>
          </a:prstGeom>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a:ln cap="rnd">
            <a:solidFill>
              <a:schemeClr val="accent1"/>
            </a:solidFill>
          </a:ln>
        </p:spPr>
        <p:txBody>
          <a:bodyPr>
            <a:spAutoFit/>
          </a:bodyPr>
          <a:lstStyle/>
          <a:p>
            <a:pPr>
              <a:defRPr/>
            </a:pPr>
            <a:r>
              <a:rPr lang="en-US" sz="1000" b="1" i="1" dirty="0"/>
              <a:t>POSB313 </a:t>
            </a:r>
            <a:r>
              <a:rPr lang="en-US" sz="800" b="1" i="1" dirty="0"/>
              <a:t>Australia</a:t>
            </a:r>
          </a:p>
        </p:txBody>
      </p:sp>
      <p:cxnSp>
        <p:nvCxnSpPr>
          <p:cNvPr id="222" name="Shape 221">
            <a:extLst>
              <a:ext uri="{FF2B5EF4-FFF2-40B4-BE49-F238E27FC236}">
                <a16:creationId xmlns:a16="http://schemas.microsoft.com/office/drawing/2014/main" id="{5DFB85C1-6352-1780-E87A-44E466652C4F}"/>
              </a:ext>
            </a:extLst>
          </p:cNvPr>
          <p:cNvCxnSpPr>
            <a:stCxn id="88" idx="2"/>
          </p:cNvCxnSpPr>
          <p:nvPr/>
        </p:nvCxnSpPr>
        <p:spPr>
          <a:xfrm rot="5400000" flipH="1" flipV="1">
            <a:off x="4264025" y="2860675"/>
            <a:ext cx="2520950" cy="2438400"/>
          </a:xfrm>
          <a:prstGeom prst="bentConnector3">
            <a:avLst>
              <a:gd name="adj1" fmla="val -3627"/>
            </a:avLst>
          </a:prstGeom>
          <a:ln>
            <a:tailEnd type="arrow"/>
          </a:ln>
        </p:spPr>
        <p:style>
          <a:lnRef idx="1">
            <a:schemeClr val="accent1"/>
          </a:lnRef>
          <a:fillRef idx="0">
            <a:schemeClr val="accent1"/>
          </a:fillRef>
          <a:effectRef idx="0">
            <a:schemeClr val="accent1"/>
          </a:effectRef>
          <a:fontRef idx="minor">
            <a:schemeClr val="tx1"/>
          </a:fontRef>
        </p:style>
      </p:cxnSp>
      <p:cxnSp>
        <p:nvCxnSpPr>
          <p:cNvPr id="234" name="Elbow Connector 233">
            <a:extLst>
              <a:ext uri="{FF2B5EF4-FFF2-40B4-BE49-F238E27FC236}">
                <a16:creationId xmlns:a16="http://schemas.microsoft.com/office/drawing/2014/main" id="{E9EC2EF1-52DF-DCB8-C9CB-6B7A38A61C61}"/>
              </a:ext>
            </a:extLst>
          </p:cNvPr>
          <p:cNvCxnSpPr>
            <a:stCxn id="88" idx="3"/>
            <a:endCxn id="211" idx="1"/>
          </p:cNvCxnSpPr>
          <p:nvPr/>
        </p:nvCxnSpPr>
        <p:spPr>
          <a:xfrm flipV="1">
            <a:off x="4724400" y="3883025"/>
            <a:ext cx="381000" cy="719138"/>
          </a:xfrm>
          <a:prstGeom prst="bentConnector3">
            <a:avLst>
              <a:gd name="adj1" fmla="val 50000"/>
            </a:avLst>
          </a:prstGeom>
          <a:ln>
            <a:tailEnd type="arrow"/>
          </a:ln>
        </p:spPr>
        <p:style>
          <a:lnRef idx="1">
            <a:schemeClr val="accent1"/>
          </a:lnRef>
          <a:fillRef idx="0">
            <a:schemeClr val="accent1"/>
          </a:fillRef>
          <a:effectRef idx="0">
            <a:schemeClr val="accent1"/>
          </a:effectRef>
          <a:fontRef idx="minor">
            <a:schemeClr val="tx1"/>
          </a:fontRef>
        </p:style>
      </p:cxnSp>
      <p:cxnSp>
        <p:nvCxnSpPr>
          <p:cNvPr id="235" name="Elbow Connector 234">
            <a:extLst>
              <a:ext uri="{FF2B5EF4-FFF2-40B4-BE49-F238E27FC236}">
                <a16:creationId xmlns:a16="http://schemas.microsoft.com/office/drawing/2014/main" id="{CB89BCD0-9DB8-8D26-3A84-806E3A6DEAB0}"/>
              </a:ext>
            </a:extLst>
          </p:cNvPr>
          <p:cNvCxnSpPr>
            <a:stCxn id="88" idx="3"/>
            <a:endCxn id="89" idx="1"/>
          </p:cNvCxnSpPr>
          <p:nvPr/>
        </p:nvCxnSpPr>
        <p:spPr>
          <a:xfrm flipV="1">
            <a:off x="4724400" y="4497389"/>
            <a:ext cx="381000" cy="104775"/>
          </a:xfrm>
          <a:prstGeom prst="bentConnector3">
            <a:avLst>
              <a:gd name="adj1" fmla="val 50000"/>
            </a:avLst>
          </a:prstGeom>
          <a:ln>
            <a:tailEnd type="arrow"/>
          </a:ln>
        </p:spPr>
        <p:style>
          <a:lnRef idx="1">
            <a:schemeClr val="accent1"/>
          </a:lnRef>
          <a:fillRef idx="0">
            <a:schemeClr val="accent1"/>
          </a:fillRef>
          <a:effectRef idx="0">
            <a:schemeClr val="accent1"/>
          </a:effectRef>
          <a:fontRef idx="minor">
            <a:schemeClr val="tx1"/>
          </a:fontRef>
        </p:style>
      </p:cxnSp>
      <p:sp>
        <p:nvSpPr>
          <p:cNvPr id="263" name="TextBox 262">
            <a:extLst>
              <a:ext uri="{FF2B5EF4-FFF2-40B4-BE49-F238E27FC236}">
                <a16:creationId xmlns:a16="http://schemas.microsoft.com/office/drawing/2014/main" id="{8F57ACE7-14A7-FD9A-A8FC-A1149624B846}"/>
              </a:ext>
            </a:extLst>
          </p:cNvPr>
          <p:cNvSpPr txBox="1"/>
          <p:nvPr/>
        </p:nvSpPr>
        <p:spPr>
          <a:xfrm>
            <a:off x="1917700" y="5581651"/>
            <a:ext cx="1295400" cy="246063"/>
          </a:xfrm>
          <a:prstGeom prst="rect">
            <a:avLst/>
          </a:prstGeom>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a:ln cap="rnd">
            <a:solidFill>
              <a:schemeClr val="accent1"/>
            </a:solidFill>
          </a:ln>
        </p:spPr>
        <p:txBody>
          <a:bodyPr>
            <a:spAutoFit/>
          </a:bodyPr>
          <a:lstStyle/>
          <a:p>
            <a:pPr>
              <a:defRPr/>
            </a:pPr>
            <a:r>
              <a:rPr lang="en-US" sz="1000" b="1" i="1" dirty="0"/>
              <a:t>POSC315 </a:t>
            </a:r>
            <a:r>
              <a:rPr lang="en-US" sz="800" b="1" i="1" dirty="0"/>
              <a:t>Germany </a:t>
            </a:r>
            <a:endParaRPr lang="en-US" sz="1000" b="1" i="1" dirty="0"/>
          </a:p>
        </p:txBody>
      </p:sp>
      <p:sp>
        <p:nvSpPr>
          <p:cNvPr id="264" name="TextBox 263">
            <a:extLst>
              <a:ext uri="{FF2B5EF4-FFF2-40B4-BE49-F238E27FC236}">
                <a16:creationId xmlns:a16="http://schemas.microsoft.com/office/drawing/2014/main" id="{BFE815F7-4A94-F2E2-E9C9-2D3A9926E604}"/>
              </a:ext>
            </a:extLst>
          </p:cNvPr>
          <p:cNvSpPr txBox="1"/>
          <p:nvPr/>
        </p:nvSpPr>
        <p:spPr>
          <a:xfrm>
            <a:off x="5105400" y="4770438"/>
            <a:ext cx="1295400" cy="246062"/>
          </a:xfrm>
          <a:prstGeom prst="rect">
            <a:avLst/>
          </a:prstGeom>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a:ln cap="rnd">
            <a:solidFill>
              <a:schemeClr val="accent1"/>
            </a:solidFill>
          </a:ln>
        </p:spPr>
        <p:txBody>
          <a:bodyPr>
            <a:spAutoFit/>
          </a:bodyPr>
          <a:lstStyle/>
          <a:p>
            <a:pPr>
              <a:defRPr/>
            </a:pPr>
            <a:r>
              <a:rPr lang="en-US" sz="1000" b="1" i="1" dirty="0"/>
              <a:t>POSC317 </a:t>
            </a:r>
            <a:r>
              <a:rPr lang="en-US" sz="800" b="1" i="1" dirty="0"/>
              <a:t>UK  5,7 or 8</a:t>
            </a:r>
          </a:p>
        </p:txBody>
      </p:sp>
      <p:sp>
        <p:nvSpPr>
          <p:cNvPr id="265" name="TextBox 264">
            <a:extLst>
              <a:ext uri="{FF2B5EF4-FFF2-40B4-BE49-F238E27FC236}">
                <a16:creationId xmlns:a16="http://schemas.microsoft.com/office/drawing/2014/main" id="{A08F353E-B4B8-8B99-C5A0-2AE8678FB17F}"/>
              </a:ext>
            </a:extLst>
          </p:cNvPr>
          <p:cNvSpPr txBox="1"/>
          <p:nvPr/>
        </p:nvSpPr>
        <p:spPr>
          <a:xfrm>
            <a:off x="3543300" y="5880101"/>
            <a:ext cx="1295400" cy="246063"/>
          </a:xfrm>
          <a:prstGeom prst="rect">
            <a:avLst/>
          </a:prstGeom>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a:ln cap="rnd">
            <a:solidFill>
              <a:schemeClr val="accent1"/>
            </a:solidFill>
          </a:ln>
        </p:spPr>
        <p:txBody>
          <a:bodyPr>
            <a:spAutoFit/>
          </a:bodyPr>
          <a:lstStyle/>
          <a:p>
            <a:pPr>
              <a:defRPr/>
            </a:pPr>
            <a:r>
              <a:rPr lang="en-US" sz="1000" b="1" i="1" dirty="0"/>
              <a:t>POSB322 </a:t>
            </a:r>
            <a:r>
              <a:rPr lang="en-US" sz="800" b="1" i="1" dirty="0"/>
              <a:t>UK 5,7,8 RJE</a:t>
            </a:r>
          </a:p>
        </p:txBody>
      </p:sp>
      <p:cxnSp>
        <p:nvCxnSpPr>
          <p:cNvPr id="276" name="Elbow Connector 275">
            <a:extLst>
              <a:ext uri="{FF2B5EF4-FFF2-40B4-BE49-F238E27FC236}">
                <a16:creationId xmlns:a16="http://schemas.microsoft.com/office/drawing/2014/main" id="{176CCCA4-26C9-9928-111E-5457BD898F65}"/>
              </a:ext>
            </a:extLst>
          </p:cNvPr>
          <p:cNvCxnSpPr>
            <a:stCxn id="50" idx="3"/>
            <a:endCxn id="5142" idx="1"/>
          </p:cNvCxnSpPr>
          <p:nvPr/>
        </p:nvCxnSpPr>
        <p:spPr>
          <a:xfrm>
            <a:off x="5181601" y="2333625"/>
            <a:ext cx="301625" cy="947738"/>
          </a:xfrm>
          <a:prstGeom prst="bentConnector3">
            <a:avLst>
              <a:gd name="adj1" fmla="val 50000"/>
            </a:avLst>
          </a:prstGeom>
          <a:ln>
            <a:tailEnd type="arrow"/>
          </a:ln>
        </p:spPr>
        <p:style>
          <a:lnRef idx="1">
            <a:schemeClr val="accent1"/>
          </a:lnRef>
          <a:fillRef idx="0">
            <a:schemeClr val="accent1"/>
          </a:fillRef>
          <a:effectRef idx="0">
            <a:schemeClr val="accent1"/>
          </a:effectRef>
          <a:fontRef idx="minor">
            <a:schemeClr val="tx1"/>
          </a:fontRef>
        </p:style>
      </p:cxnSp>
      <p:sp>
        <p:nvSpPr>
          <p:cNvPr id="287" name="TextBox 286">
            <a:extLst>
              <a:ext uri="{FF2B5EF4-FFF2-40B4-BE49-F238E27FC236}">
                <a16:creationId xmlns:a16="http://schemas.microsoft.com/office/drawing/2014/main" id="{95A25489-5177-5BFA-83AC-82920417A935}"/>
              </a:ext>
            </a:extLst>
          </p:cNvPr>
          <p:cNvSpPr txBox="1"/>
          <p:nvPr/>
        </p:nvSpPr>
        <p:spPr>
          <a:xfrm>
            <a:off x="1917700" y="5886451"/>
            <a:ext cx="1295400" cy="246063"/>
          </a:xfrm>
          <a:prstGeom prst="rect">
            <a:avLst/>
          </a:prstGeom>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a:ln cap="rnd">
            <a:solidFill>
              <a:schemeClr val="accent1"/>
            </a:solidFill>
          </a:ln>
        </p:spPr>
        <p:txBody>
          <a:bodyPr>
            <a:spAutoFit/>
          </a:bodyPr>
          <a:lstStyle/>
          <a:p>
            <a:pPr>
              <a:defRPr/>
            </a:pPr>
            <a:r>
              <a:rPr lang="en-US" sz="1000" b="1" i="1" dirty="0"/>
              <a:t>POSB330  </a:t>
            </a:r>
            <a:r>
              <a:rPr lang="en-US" sz="800" b="1" i="1" dirty="0"/>
              <a:t>Spain,France</a:t>
            </a:r>
          </a:p>
        </p:txBody>
      </p:sp>
      <p:sp>
        <p:nvSpPr>
          <p:cNvPr id="288" name="TextBox 287">
            <a:extLst>
              <a:ext uri="{FF2B5EF4-FFF2-40B4-BE49-F238E27FC236}">
                <a16:creationId xmlns:a16="http://schemas.microsoft.com/office/drawing/2014/main" id="{67DD8819-9002-762A-0F85-975757095E7E}"/>
              </a:ext>
            </a:extLst>
          </p:cNvPr>
          <p:cNvSpPr txBox="1"/>
          <p:nvPr/>
        </p:nvSpPr>
        <p:spPr>
          <a:xfrm>
            <a:off x="1917700" y="6191251"/>
            <a:ext cx="1295400" cy="246063"/>
          </a:xfrm>
          <a:prstGeom prst="rect">
            <a:avLst/>
          </a:prstGeom>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a:ln cap="rnd">
            <a:solidFill>
              <a:schemeClr val="accent1"/>
            </a:solidFill>
          </a:ln>
        </p:spPr>
        <p:txBody>
          <a:bodyPr>
            <a:spAutoFit/>
          </a:bodyPr>
          <a:lstStyle/>
          <a:p>
            <a:pPr>
              <a:defRPr/>
            </a:pPr>
            <a:r>
              <a:rPr lang="en-US" sz="1000" b="1" i="1" dirty="0"/>
              <a:t>POSC325 </a:t>
            </a:r>
            <a:r>
              <a:rPr lang="en-US" sz="800" b="1" i="1" dirty="0"/>
              <a:t>UK cc report</a:t>
            </a:r>
            <a:endParaRPr lang="en-US" sz="1000" b="1" i="1" dirty="0"/>
          </a:p>
        </p:txBody>
      </p:sp>
      <p:sp>
        <p:nvSpPr>
          <p:cNvPr id="290" name="TextBox 289">
            <a:extLst>
              <a:ext uri="{FF2B5EF4-FFF2-40B4-BE49-F238E27FC236}">
                <a16:creationId xmlns:a16="http://schemas.microsoft.com/office/drawing/2014/main" id="{0325A538-4A27-E803-C2FF-79F83CB126E4}"/>
              </a:ext>
            </a:extLst>
          </p:cNvPr>
          <p:cNvSpPr txBox="1"/>
          <p:nvPr/>
        </p:nvSpPr>
        <p:spPr>
          <a:xfrm>
            <a:off x="1917700" y="6496051"/>
            <a:ext cx="1295400" cy="246063"/>
          </a:xfrm>
          <a:prstGeom prst="rect">
            <a:avLst/>
          </a:prstGeom>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a:ln cap="rnd">
            <a:solidFill>
              <a:schemeClr val="accent1"/>
            </a:solidFill>
          </a:ln>
        </p:spPr>
        <p:txBody>
          <a:bodyPr>
            <a:spAutoFit/>
          </a:bodyPr>
          <a:lstStyle/>
          <a:p>
            <a:pPr>
              <a:defRPr/>
            </a:pPr>
            <a:r>
              <a:rPr lang="en-US" sz="1000" b="1" i="1" dirty="0"/>
              <a:t>POSB320  </a:t>
            </a:r>
            <a:r>
              <a:rPr lang="en-US" sz="800" b="1" i="1" dirty="0"/>
              <a:t>UK cc report </a:t>
            </a:r>
          </a:p>
        </p:txBody>
      </p:sp>
      <p:cxnSp>
        <p:nvCxnSpPr>
          <p:cNvPr id="296" name="Straight Arrow Connector 295">
            <a:extLst>
              <a:ext uri="{FF2B5EF4-FFF2-40B4-BE49-F238E27FC236}">
                <a16:creationId xmlns:a16="http://schemas.microsoft.com/office/drawing/2014/main" id="{6B6889A5-06A8-38B7-FF0F-C0381A3BD995}"/>
              </a:ext>
            </a:extLst>
          </p:cNvPr>
          <p:cNvCxnSpPr/>
          <p:nvPr/>
        </p:nvCxnSpPr>
        <p:spPr>
          <a:xfrm>
            <a:off x="3124201" y="5029200"/>
            <a:ext cx="758825"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297" name="Straight Arrow Connector 296">
            <a:extLst>
              <a:ext uri="{FF2B5EF4-FFF2-40B4-BE49-F238E27FC236}">
                <a16:creationId xmlns:a16="http://schemas.microsoft.com/office/drawing/2014/main" id="{225A98AA-E780-A35F-BD2B-FF398DF01A6C}"/>
              </a:ext>
            </a:extLst>
          </p:cNvPr>
          <p:cNvCxnSpPr/>
          <p:nvPr/>
        </p:nvCxnSpPr>
        <p:spPr>
          <a:xfrm>
            <a:off x="3124201" y="4800600"/>
            <a:ext cx="758825"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298" name="Straight Arrow Connector 297">
            <a:extLst>
              <a:ext uri="{FF2B5EF4-FFF2-40B4-BE49-F238E27FC236}">
                <a16:creationId xmlns:a16="http://schemas.microsoft.com/office/drawing/2014/main" id="{C056C833-BD20-8643-28C8-D0B4B5B83FF9}"/>
              </a:ext>
            </a:extLst>
          </p:cNvPr>
          <p:cNvCxnSpPr/>
          <p:nvPr/>
        </p:nvCxnSpPr>
        <p:spPr>
          <a:xfrm>
            <a:off x="3124201" y="4572000"/>
            <a:ext cx="758825"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299" name="Straight Arrow Connector 298">
            <a:extLst>
              <a:ext uri="{FF2B5EF4-FFF2-40B4-BE49-F238E27FC236}">
                <a16:creationId xmlns:a16="http://schemas.microsoft.com/office/drawing/2014/main" id="{845082CA-EBF9-55E1-6FF4-F8E897563356}"/>
              </a:ext>
            </a:extLst>
          </p:cNvPr>
          <p:cNvCxnSpPr/>
          <p:nvPr/>
        </p:nvCxnSpPr>
        <p:spPr>
          <a:xfrm>
            <a:off x="3124201" y="4343400"/>
            <a:ext cx="758825"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300" name="Straight Arrow Connector 299">
            <a:extLst>
              <a:ext uri="{FF2B5EF4-FFF2-40B4-BE49-F238E27FC236}">
                <a16:creationId xmlns:a16="http://schemas.microsoft.com/office/drawing/2014/main" id="{DC9DEB49-0B14-6609-D865-0CC8731DC73B}"/>
              </a:ext>
            </a:extLst>
          </p:cNvPr>
          <p:cNvCxnSpPr/>
          <p:nvPr/>
        </p:nvCxnSpPr>
        <p:spPr>
          <a:xfrm>
            <a:off x="3124201" y="4038600"/>
            <a:ext cx="758825"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373" name="Flowchart: Direct Access Storage 372">
            <a:extLst>
              <a:ext uri="{FF2B5EF4-FFF2-40B4-BE49-F238E27FC236}">
                <a16:creationId xmlns:a16="http://schemas.microsoft.com/office/drawing/2014/main" id="{F79ABE17-460B-9712-51C0-5405128E9F19}"/>
              </a:ext>
            </a:extLst>
          </p:cNvPr>
          <p:cNvSpPr/>
          <p:nvPr/>
        </p:nvSpPr>
        <p:spPr>
          <a:xfrm>
            <a:off x="6781800" y="3733800"/>
            <a:ext cx="914400" cy="381000"/>
          </a:xfrm>
          <a:prstGeom prst="flowChartMagneticDrum">
            <a:avLst/>
          </a:prstGeom>
          <a:gradFill>
            <a:gsLst>
              <a:gs pos="0">
                <a:srgbClr val="DDEBCF"/>
              </a:gs>
              <a:gs pos="50000">
                <a:srgbClr val="9CB86E"/>
              </a:gs>
              <a:gs pos="100000">
                <a:srgbClr val="156B13"/>
              </a:gs>
            </a:gsLst>
            <a:lin ang="5400000" scaled="0"/>
          </a:gra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dirty="0"/>
          </a:p>
        </p:txBody>
      </p:sp>
      <p:sp>
        <p:nvSpPr>
          <p:cNvPr id="5198" name="TextBox 36">
            <a:extLst>
              <a:ext uri="{FF2B5EF4-FFF2-40B4-BE49-F238E27FC236}">
                <a16:creationId xmlns:a16="http://schemas.microsoft.com/office/drawing/2014/main" id="{059A83EB-B01C-938C-D07D-D4007D437BBB}"/>
              </a:ext>
            </a:extLst>
          </p:cNvPr>
          <p:cNvSpPr txBox="1">
            <a:spLocks noChangeArrowheads="1"/>
          </p:cNvSpPr>
          <p:nvPr/>
        </p:nvSpPr>
        <p:spPr bwMode="auto">
          <a:xfrm>
            <a:off x="6858000" y="3810000"/>
            <a:ext cx="609600" cy="215900"/>
          </a:xfrm>
          <a:prstGeom prst="rect">
            <a:avLst/>
          </a:prstGeom>
          <a:gradFill rotWithShape="0">
            <a:gsLst>
              <a:gs pos="0">
                <a:srgbClr val="DDEBCF"/>
              </a:gs>
              <a:gs pos="50000">
                <a:srgbClr val="9CB86E"/>
              </a:gs>
              <a:gs pos="100000">
                <a:srgbClr val="156B13"/>
              </a:gs>
            </a:gsLst>
            <a:lin ang="5400000"/>
          </a:gradFill>
          <a:ln w="9525" cap="rnd">
            <a:solidFill>
              <a:schemeClr val="accent1"/>
            </a:solidFill>
            <a:miter lim="800000"/>
            <a:headEnd/>
            <a:tailEnd/>
          </a:ln>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n-US" altLang="en-US" sz="800" dirty="0">
                <a:solidFill>
                  <a:srgbClr val="FFFF00"/>
                </a:solidFill>
                <a:latin typeface="Calibri" panose="020F0502020204030204" pitchFamily="34" charset="0"/>
              </a:rPr>
              <a:t>POSP0001</a:t>
            </a:r>
          </a:p>
        </p:txBody>
      </p:sp>
      <p:cxnSp>
        <p:nvCxnSpPr>
          <p:cNvPr id="376" name="Elbow Connector 375">
            <a:extLst>
              <a:ext uri="{FF2B5EF4-FFF2-40B4-BE49-F238E27FC236}">
                <a16:creationId xmlns:a16="http://schemas.microsoft.com/office/drawing/2014/main" id="{60F2C6A8-F806-A233-8255-384A5BFD0B0F}"/>
              </a:ext>
            </a:extLst>
          </p:cNvPr>
          <p:cNvCxnSpPr>
            <a:stCxn id="211" idx="3"/>
            <a:endCxn id="373" idx="1"/>
          </p:cNvCxnSpPr>
          <p:nvPr/>
        </p:nvCxnSpPr>
        <p:spPr>
          <a:xfrm>
            <a:off x="6400800" y="3883026"/>
            <a:ext cx="381000" cy="41275"/>
          </a:xfrm>
          <a:prstGeom prst="bentConnector3">
            <a:avLst>
              <a:gd name="adj1" fmla="val 50000"/>
            </a:avLst>
          </a:prstGeom>
          <a:ln>
            <a:tailEnd type="arrow"/>
          </a:ln>
        </p:spPr>
        <p:style>
          <a:lnRef idx="1">
            <a:schemeClr val="accent1"/>
          </a:lnRef>
          <a:fillRef idx="0">
            <a:schemeClr val="accent1"/>
          </a:fillRef>
          <a:effectRef idx="0">
            <a:schemeClr val="accent1"/>
          </a:effectRef>
          <a:fontRef idx="minor">
            <a:schemeClr val="tx1"/>
          </a:fontRef>
        </p:style>
      </p:cxnSp>
      <p:cxnSp>
        <p:nvCxnSpPr>
          <p:cNvPr id="391" name="Elbow Connector 390">
            <a:extLst>
              <a:ext uri="{FF2B5EF4-FFF2-40B4-BE49-F238E27FC236}">
                <a16:creationId xmlns:a16="http://schemas.microsoft.com/office/drawing/2014/main" id="{71554F83-451C-8343-CC12-52B8F5DED87F}"/>
              </a:ext>
            </a:extLst>
          </p:cNvPr>
          <p:cNvCxnSpPr>
            <a:stCxn id="9" idx="4"/>
            <a:endCxn id="31" idx="1"/>
          </p:cNvCxnSpPr>
          <p:nvPr/>
        </p:nvCxnSpPr>
        <p:spPr>
          <a:xfrm>
            <a:off x="6477000" y="2333626"/>
            <a:ext cx="304800" cy="212725"/>
          </a:xfrm>
          <a:prstGeom prst="bentConnector3">
            <a:avLst>
              <a:gd name="adj1" fmla="val 50000"/>
            </a:avLst>
          </a:prstGeom>
          <a:ln>
            <a:tailEnd type="arrow"/>
          </a:ln>
        </p:spPr>
        <p:style>
          <a:lnRef idx="1">
            <a:schemeClr val="accent1"/>
          </a:lnRef>
          <a:fillRef idx="0">
            <a:schemeClr val="accent1"/>
          </a:fillRef>
          <a:effectRef idx="0">
            <a:schemeClr val="accent1"/>
          </a:effectRef>
          <a:fontRef idx="minor">
            <a:schemeClr val="tx1"/>
          </a:fontRef>
        </p:style>
      </p:cxnSp>
      <p:cxnSp>
        <p:nvCxnSpPr>
          <p:cNvPr id="393" name="Elbow Connector 392">
            <a:extLst>
              <a:ext uri="{FF2B5EF4-FFF2-40B4-BE49-F238E27FC236}">
                <a16:creationId xmlns:a16="http://schemas.microsoft.com/office/drawing/2014/main" id="{D8815BB9-1623-A3AA-D1EA-E3D51CC6034B}"/>
              </a:ext>
            </a:extLst>
          </p:cNvPr>
          <p:cNvCxnSpPr>
            <a:stCxn id="31" idx="3"/>
            <a:endCxn id="34" idx="1"/>
          </p:cNvCxnSpPr>
          <p:nvPr/>
        </p:nvCxnSpPr>
        <p:spPr>
          <a:xfrm flipV="1">
            <a:off x="7772400" y="2324100"/>
            <a:ext cx="228600" cy="222250"/>
          </a:xfrm>
          <a:prstGeom prst="bentConnector3">
            <a:avLst>
              <a:gd name="adj1" fmla="val 50000"/>
            </a:avLst>
          </a:prstGeom>
          <a:ln>
            <a:tailEnd type="arrow"/>
          </a:ln>
        </p:spPr>
        <p:style>
          <a:lnRef idx="1">
            <a:schemeClr val="accent1"/>
          </a:lnRef>
          <a:fillRef idx="0">
            <a:schemeClr val="accent1"/>
          </a:fillRef>
          <a:effectRef idx="0">
            <a:schemeClr val="accent1"/>
          </a:effectRef>
          <a:fontRef idx="minor">
            <a:schemeClr val="tx1"/>
          </a:fontRef>
        </p:style>
      </p:cxnSp>
      <p:sp>
        <p:nvSpPr>
          <p:cNvPr id="95" name="TextBox 94">
            <a:extLst>
              <a:ext uri="{FF2B5EF4-FFF2-40B4-BE49-F238E27FC236}">
                <a16:creationId xmlns:a16="http://schemas.microsoft.com/office/drawing/2014/main" id="{7022FC04-3A6B-7C58-3AAB-8E73DB9E2B6B}"/>
              </a:ext>
            </a:extLst>
          </p:cNvPr>
          <p:cNvSpPr txBox="1"/>
          <p:nvPr/>
        </p:nvSpPr>
        <p:spPr>
          <a:xfrm>
            <a:off x="1676400" y="2362200"/>
            <a:ext cx="228600" cy="2554288"/>
          </a:xfrm>
          <a:prstGeom prst="rect">
            <a:avLst/>
          </a:prstGeom>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a:ln cap="rnd">
            <a:solidFill>
              <a:schemeClr val="accent1"/>
            </a:solidFill>
          </a:ln>
        </p:spPr>
        <p:txBody>
          <a:bodyPr>
            <a:spAutoFit/>
          </a:bodyPr>
          <a:lstStyle/>
          <a:p>
            <a:pPr>
              <a:defRPr/>
            </a:pPr>
            <a:endParaRPr lang="en-US" sz="1000" b="1" dirty="0"/>
          </a:p>
          <a:p>
            <a:pPr>
              <a:defRPr/>
            </a:pPr>
            <a:endParaRPr lang="en-US" sz="1000" b="1" dirty="0"/>
          </a:p>
          <a:p>
            <a:pPr>
              <a:defRPr/>
            </a:pPr>
            <a:endParaRPr lang="en-US" sz="1000" b="1" dirty="0"/>
          </a:p>
          <a:p>
            <a:pPr>
              <a:defRPr/>
            </a:pPr>
            <a:endParaRPr lang="en-US" sz="1000" b="1" dirty="0"/>
          </a:p>
          <a:p>
            <a:pPr>
              <a:defRPr/>
            </a:pPr>
            <a:endParaRPr lang="en-US" sz="1000" b="1" dirty="0"/>
          </a:p>
          <a:p>
            <a:pPr>
              <a:defRPr/>
            </a:pPr>
            <a:r>
              <a:rPr lang="en-US" sz="1000" b="1" dirty="0"/>
              <a:t>pOSC105</a:t>
            </a:r>
          </a:p>
          <a:p>
            <a:pPr>
              <a:defRPr/>
            </a:pPr>
            <a:endParaRPr lang="en-US" sz="1000" b="1" dirty="0"/>
          </a:p>
          <a:p>
            <a:pPr>
              <a:defRPr/>
            </a:pPr>
            <a:endParaRPr lang="en-US" sz="1000" b="1" dirty="0"/>
          </a:p>
          <a:p>
            <a:pPr>
              <a:defRPr/>
            </a:pPr>
            <a:endParaRPr lang="en-US" sz="1000" b="1" dirty="0"/>
          </a:p>
          <a:p>
            <a:pPr>
              <a:defRPr/>
            </a:pPr>
            <a:endParaRPr lang="en-US" sz="1000" b="1" dirty="0"/>
          </a:p>
        </p:txBody>
      </p:sp>
      <p:cxnSp>
        <p:nvCxnSpPr>
          <p:cNvPr id="100" name="Elbow Connector 99">
            <a:extLst>
              <a:ext uri="{FF2B5EF4-FFF2-40B4-BE49-F238E27FC236}">
                <a16:creationId xmlns:a16="http://schemas.microsoft.com/office/drawing/2014/main" id="{FD7D57CB-79CE-0DC9-9210-CF9160A4DCA1}"/>
              </a:ext>
            </a:extLst>
          </p:cNvPr>
          <p:cNvCxnSpPr>
            <a:stCxn id="95" idx="3"/>
            <a:endCxn id="64" idx="1"/>
          </p:cNvCxnSpPr>
          <p:nvPr/>
        </p:nvCxnSpPr>
        <p:spPr>
          <a:xfrm>
            <a:off x="1905000" y="3639344"/>
            <a:ext cx="304800" cy="1031458"/>
          </a:xfrm>
          <a:prstGeom prst="bentConnector3">
            <a:avLst>
              <a:gd name="adj1" fmla="val 50000"/>
            </a:avLst>
          </a:prstGeom>
          <a:ln>
            <a:tailEnd type="arrow"/>
          </a:ln>
        </p:spPr>
        <p:style>
          <a:lnRef idx="1">
            <a:schemeClr val="accent1"/>
          </a:lnRef>
          <a:fillRef idx="0">
            <a:schemeClr val="accent1"/>
          </a:fillRef>
          <a:effectRef idx="0">
            <a:schemeClr val="accent1"/>
          </a:effectRef>
          <a:fontRef idx="minor">
            <a:schemeClr val="tx1"/>
          </a:fontRef>
        </p:style>
      </p:cxnSp>
      <p:sp>
        <p:nvSpPr>
          <p:cNvPr id="101" name="Flowchart: Direct Access Storage 100">
            <a:extLst>
              <a:ext uri="{FF2B5EF4-FFF2-40B4-BE49-F238E27FC236}">
                <a16:creationId xmlns:a16="http://schemas.microsoft.com/office/drawing/2014/main" id="{D620A6CF-3CF4-1FF8-4585-C6C625AE7F6D}"/>
              </a:ext>
            </a:extLst>
          </p:cNvPr>
          <p:cNvSpPr/>
          <p:nvPr/>
        </p:nvSpPr>
        <p:spPr>
          <a:xfrm>
            <a:off x="7010400" y="4203700"/>
            <a:ext cx="1066800" cy="381000"/>
          </a:xfrm>
          <a:prstGeom prst="flowChartMagneticDrum">
            <a:avLst/>
          </a:prstGeom>
          <a:gradFill>
            <a:gsLst>
              <a:gs pos="0">
                <a:srgbClr val="DDEBCF"/>
              </a:gs>
              <a:gs pos="50000">
                <a:srgbClr val="9CB86E"/>
              </a:gs>
              <a:gs pos="100000">
                <a:srgbClr val="156B13"/>
              </a:gs>
            </a:gsLst>
            <a:lin ang="5400000" scaled="0"/>
          </a:gra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dirty="0"/>
          </a:p>
        </p:txBody>
      </p:sp>
      <p:sp>
        <p:nvSpPr>
          <p:cNvPr id="5205" name="TextBox 34">
            <a:extLst>
              <a:ext uri="{FF2B5EF4-FFF2-40B4-BE49-F238E27FC236}">
                <a16:creationId xmlns:a16="http://schemas.microsoft.com/office/drawing/2014/main" id="{FAF8A6EB-7ACE-319B-80EE-8446E2D175E7}"/>
              </a:ext>
            </a:extLst>
          </p:cNvPr>
          <p:cNvSpPr txBox="1">
            <a:spLocks noChangeArrowheads="1"/>
          </p:cNvSpPr>
          <p:nvPr/>
        </p:nvSpPr>
        <p:spPr bwMode="auto">
          <a:xfrm>
            <a:off x="7086600" y="4279900"/>
            <a:ext cx="609600" cy="215900"/>
          </a:xfrm>
          <a:prstGeom prst="rect">
            <a:avLst/>
          </a:prstGeom>
          <a:gradFill rotWithShape="0">
            <a:gsLst>
              <a:gs pos="0">
                <a:srgbClr val="DDEBCF"/>
              </a:gs>
              <a:gs pos="50000">
                <a:srgbClr val="9CB86E"/>
              </a:gs>
              <a:gs pos="100000">
                <a:srgbClr val="156B13"/>
              </a:gs>
            </a:gsLst>
            <a:lin ang="5400000"/>
          </a:gradFill>
          <a:ln w="9525" cap="rnd">
            <a:solidFill>
              <a:schemeClr val="accent1"/>
            </a:solidFill>
            <a:miter lim="800000"/>
            <a:headEnd/>
            <a:tailEnd/>
          </a:ln>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n-US" altLang="en-US" sz="800" dirty="0">
                <a:solidFill>
                  <a:srgbClr val="FFFF00"/>
                </a:solidFill>
                <a:latin typeface="Calibri" panose="020F0502020204030204" pitchFamily="34" charset="0"/>
              </a:rPr>
              <a:t>POSP050</a:t>
            </a:r>
          </a:p>
        </p:txBody>
      </p:sp>
      <p:sp>
        <p:nvSpPr>
          <p:cNvPr id="104" name="Flowchart: Direct Access Storage 103">
            <a:extLst>
              <a:ext uri="{FF2B5EF4-FFF2-40B4-BE49-F238E27FC236}">
                <a16:creationId xmlns:a16="http://schemas.microsoft.com/office/drawing/2014/main" id="{81612815-0FB7-1A90-2755-6109733871CC}"/>
              </a:ext>
            </a:extLst>
          </p:cNvPr>
          <p:cNvSpPr/>
          <p:nvPr/>
        </p:nvSpPr>
        <p:spPr>
          <a:xfrm>
            <a:off x="7010400" y="4665663"/>
            <a:ext cx="1066800" cy="381000"/>
          </a:xfrm>
          <a:prstGeom prst="flowChartMagneticDrum">
            <a:avLst/>
          </a:prstGeom>
          <a:gradFill>
            <a:gsLst>
              <a:gs pos="0">
                <a:srgbClr val="DDEBCF"/>
              </a:gs>
              <a:gs pos="50000">
                <a:srgbClr val="9CB86E"/>
              </a:gs>
              <a:gs pos="100000">
                <a:srgbClr val="156B13"/>
              </a:gs>
            </a:gsLst>
            <a:lin ang="5400000" scaled="0"/>
          </a:gra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dirty="0"/>
          </a:p>
        </p:txBody>
      </p:sp>
      <p:sp>
        <p:nvSpPr>
          <p:cNvPr id="5207" name="TextBox 34">
            <a:extLst>
              <a:ext uri="{FF2B5EF4-FFF2-40B4-BE49-F238E27FC236}">
                <a16:creationId xmlns:a16="http://schemas.microsoft.com/office/drawing/2014/main" id="{684F647E-5B08-1459-4353-B8825A3E51E2}"/>
              </a:ext>
            </a:extLst>
          </p:cNvPr>
          <p:cNvSpPr txBox="1">
            <a:spLocks noChangeArrowheads="1"/>
          </p:cNvSpPr>
          <p:nvPr/>
        </p:nvSpPr>
        <p:spPr bwMode="auto">
          <a:xfrm>
            <a:off x="7086600" y="4741863"/>
            <a:ext cx="609600" cy="215900"/>
          </a:xfrm>
          <a:prstGeom prst="rect">
            <a:avLst/>
          </a:prstGeom>
          <a:gradFill rotWithShape="0">
            <a:gsLst>
              <a:gs pos="0">
                <a:srgbClr val="DDEBCF"/>
              </a:gs>
              <a:gs pos="50000">
                <a:srgbClr val="9CB86E"/>
              </a:gs>
              <a:gs pos="100000">
                <a:srgbClr val="156B13"/>
              </a:gs>
            </a:gsLst>
            <a:lin ang="5400000"/>
          </a:gradFill>
          <a:ln w="9525" cap="rnd">
            <a:solidFill>
              <a:schemeClr val="accent1"/>
            </a:solidFill>
            <a:miter lim="800000"/>
            <a:headEnd/>
            <a:tailEnd/>
          </a:ln>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n-US" altLang="en-US" sz="800" dirty="0">
                <a:solidFill>
                  <a:srgbClr val="FFFF00"/>
                </a:solidFill>
                <a:latin typeface="Calibri" panose="020F0502020204030204" pitchFamily="34" charset="0"/>
              </a:rPr>
              <a:t>POSP051</a:t>
            </a:r>
          </a:p>
        </p:txBody>
      </p:sp>
      <p:sp>
        <p:nvSpPr>
          <p:cNvPr id="107" name="Flowchart: Direct Access Storage 106">
            <a:extLst>
              <a:ext uri="{FF2B5EF4-FFF2-40B4-BE49-F238E27FC236}">
                <a16:creationId xmlns:a16="http://schemas.microsoft.com/office/drawing/2014/main" id="{B7F00143-E779-4079-BDBF-4FDDF00117C6}"/>
              </a:ext>
            </a:extLst>
          </p:cNvPr>
          <p:cNvSpPr/>
          <p:nvPr/>
        </p:nvSpPr>
        <p:spPr>
          <a:xfrm>
            <a:off x="7010400" y="5132388"/>
            <a:ext cx="1066800" cy="381000"/>
          </a:xfrm>
          <a:prstGeom prst="flowChartMagneticDrum">
            <a:avLst/>
          </a:prstGeom>
          <a:gradFill>
            <a:gsLst>
              <a:gs pos="0">
                <a:srgbClr val="DDEBCF"/>
              </a:gs>
              <a:gs pos="50000">
                <a:srgbClr val="9CB86E"/>
              </a:gs>
              <a:gs pos="100000">
                <a:srgbClr val="156B13"/>
              </a:gs>
            </a:gsLst>
            <a:lin ang="5400000" scaled="0"/>
          </a:gra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dirty="0"/>
          </a:p>
        </p:txBody>
      </p:sp>
      <p:sp>
        <p:nvSpPr>
          <p:cNvPr id="5209" name="TextBox 34">
            <a:extLst>
              <a:ext uri="{FF2B5EF4-FFF2-40B4-BE49-F238E27FC236}">
                <a16:creationId xmlns:a16="http://schemas.microsoft.com/office/drawing/2014/main" id="{6626D3B2-4186-61A7-A039-14A36CB2BD06}"/>
              </a:ext>
            </a:extLst>
          </p:cNvPr>
          <p:cNvSpPr txBox="1">
            <a:spLocks noChangeArrowheads="1"/>
          </p:cNvSpPr>
          <p:nvPr/>
        </p:nvSpPr>
        <p:spPr bwMode="auto">
          <a:xfrm>
            <a:off x="7086600" y="5208588"/>
            <a:ext cx="609600" cy="215900"/>
          </a:xfrm>
          <a:prstGeom prst="rect">
            <a:avLst/>
          </a:prstGeom>
          <a:gradFill rotWithShape="0">
            <a:gsLst>
              <a:gs pos="0">
                <a:srgbClr val="DDEBCF"/>
              </a:gs>
              <a:gs pos="50000">
                <a:srgbClr val="9CB86E"/>
              </a:gs>
              <a:gs pos="100000">
                <a:srgbClr val="156B13"/>
              </a:gs>
            </a:gsLst>
            <a:lin ang="5400000"/>
          </a:gradFill>
          <a:ln w="9525" cap="rnd">
            <a:solidFill>
              <a:schemeClr val="accent1"/>
            </a:solidFill>
            <a:miter lim="800000"/>
            <a:headEnd/>
            <a:tailEnd/>
          </a:ln>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n-US" altLang="en-US" sz="800" dirty="0">
                <a:solidFill>
                  <a:srgbClr val="FFFF00"/>
                </a:solidFill>
                <a:latin typeface="Calibri" panose="020F0502020204030204" pitchFamily="34" charset="0"/>
              </a:rPr>
              <a:t>POSP052</a:t>
            </a:r>
          </a:p>
        </p:txBody>
      </p:sp>
      <p:sp>
        <p:nvSpPr>
          <p:cNvPr id="109" name="Flowchart: Direct Access Storage 108">
            <a:extLst>
              <a:ext uri="{FF2B5EF4-FFF2-40B4-BE49-F238E27FC236}">
                <a16:creationId xmlns:a16="http://schemas.microsoft.com/office/drawing/2014/main" id="{307FFB51-8589-4CC5-2E4E-270A4670AE76}"/>
              </a:ext>
            </a:extLst>
          </p:cNvPr>
          <p:cNvSpPr/>
          <p:nvPr/>
        </p:nvSpPr>
        <p:spPr>
          <a:xfrm>
            <a:off x="7010400" y="5583238"/>
            <a:ext cx="1066800" cy="381000"/>
          </a:xfrm>
          <a:prstGeom prst="flowChartMagneticDrum">
            <a:avLst/>
          </a:prstGeom>
          <a:gradFill>
            <a:gsLst>
              <a:gs pos="0">
                <a:srgbClr val="DDEBCF"/>
              </a:gs>
              <a:gs pos="50000">
                <a:srgbClr val="9CB86E"/>
              </a:gs>
              <a:gs pos="100000">
                <a:srgbClr val="156B13"/>
              </a:gs>
            </a:gsLst>
            <a:lin ang="5400000" scaled="0"/>
          </a:gra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dirty="0"/>
          </a:p>
        </p:txBody>
      </p:sp>
      <p:sp>
        <p:nvSpPr>
          <p:cNvPr id="5211" name="TextBox 34">
            <a:extLst>
              <a:ext uri="{FF2B5EF4-FFF2-40B4-BE49-F238E27FC236}">
                <a16:creationId xmlns:a16="http://schemas.microsoft.com/office/drawing/2014/main" id="{D4CD0C66-F430-C137-914C-CCED645F6B50}"/>
              </a:ext>
            </a:extLst>
          </p:cNvPr>
          <p:cNvSpPr txBox="1">
            <a:spLocks noChangeArrowheads="1"/>
          </p:cNvSpPr>
          <p:nvPr/>
        </p:nvSpPr>
        <p:spPr bwMode="auto">
          <a:xfrm>
            <a:off x="7086600" y="5659438"/>
            <a:ext cx="609600" cy="215900"/>
          </a:xfrm>
          <a:prstGeom prst="rect">
            <a:avLst/>
          </a:prstGeom>
          <a:gradFill rotWithShape="0">
            <a:gsLst>
              <a:gs pos="0">
                <a:srgbClr val="DDEBCF"/>
              </a:gs>
              <a:gs pos="50000">
                <a:srgbClr val="9CB86E"/>
              </a:gs>
              <a:gs pos="100000">
                <a:srgbClr val="156B13"/>
              </a:gs>
            </a:gsLst>
            <a:lin ang="5400000"/>
          </a:gradFill>
          <a:ln w="9525" cap="rnd">
            <a:solidFill>
              <a:schemeClr val="accent1"/>
            </a:solidFill>
            <a:miter lim="800000"/>
            <a:headEnd/>
            <a:tailEnd/>
          </a:ln>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n-US" altLang="en-US" sz="800" dirty="0">
                <a:solidFill>
                  <a:srgbClr val="FFFF00"/>
                </a:solidFill>
                <a:latin typeface="Calibri" panose="020F0502020204030204" pitchFamily="34" charset="0"/>
              </a:rPr>
              <a:t>POSP053</a:t>
            </a:r>
          </a:p>
        </p:txBody>
      </p:sp>
      <p:sp>
        <p:nvSpPr>
          <p:cNvPr id="111" name="Flowchart: Direct Access Storage 110">
            <a:extLst>
              <a:ext uri="{FF2B5EF4-FFF2-40B4-BE49-F238E27FC236}">
                <a16:creationId xmlns:a16="http://schemas.microsoft.com/office/drawing/2014/main" id="{E906183B-703D-E99D-B166-22CB9F919AC8}"/>
              </a:ext>
            </a:extLst>
          </p:cNvPr>
          <p:cNvSpPr/>
          <p:nvPr/>
        </p:nvSpPr>
        <p:spPr>
          <a:xfrm>
            <a:off x="7010400" y="6019800"/>
            <a:ext cx="1066800" cy="381000"/>
          </a:xfrm>
          <a:prstGeom prst="flowChartMagneticDrum">
            <a:avLst/>
          </a:prstGeom>
          <a:gradFill>
            <a:gsLst>
              <a:gs pos="0">
                <a:srgbClr val="DDEBCF"/>
              </a:gs>
              <a:gs pos="50000">
                <a:srgbClr val="9CB86E"/>
              </a:gs>
              <a:gs pos="100000">
                <a:srgbClr val="156B13"/>
              </a:gs>
            </a:gsLst>
            <a:lin ang="5400000" scaled="0"/>
          </a:gra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dirty="0"/>
          </a:p>
        </p:txBody>
      </p:sp>
      <p:sp>
        <p:nvSpPr>
          <p:cNvPr id="5213" name="TextBox 34">
            <a:extLst>
              <a:ext uri="{FF2B5EF4-FFF2-40B4-BE49-F238E27FC236}">
                <a16:creationId xmlns:a16="http://schemas.microsoft.com/office/drawing/2014/main" id="{CE27D50A-3C6E-A711-42A5-DA3DA8955B47}"/>
              </a:ext>
            </a:extLst>
          </p:cNvPr>
          <p:cNvSpPr txBox="1">
            <a:spLocks noChangeArrowheads="1"/>
          </p:cNvSpPr>
          <p:nvPr/>
        </p:nvSpPr>
        <p:spPr bwMode="auto">
          <a:xfrm>
            <a:off x="7086600" y="6096001"/>
            <a:ext cx="609600" cy="214313"/>
          </a:xfrm>
          <a:prstGeom prst="rect">
            <a:avLst/>
          </a:prstGeom>
          <a:gradFill rotWithShape="0">
            <a:gsLst>
              <a:gs pos="0">
                <a:srgbClr val="DDEBCF"/>
              </a:gs>
              <a:gs pos="50000">
                <a:srgbClr val="9CB86E"/>
              </a:gs>
              <a:gs pos="100000">
                <a:srgbClr val="156B13"/>
              </a:gs>
            </a:gsLst>
            <a:lin ang="5400000"/>
          </a:gradFill>
          <a:ln w="9525" cap="rnd">
            <a:solidFill>
              <a:schemeClr val="accent1"/>
            </a:solidFill>
            <a:miter lim="800000"/>
            <a:headEnd/>
            <a:tailEnd/>
          </a:ln>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n-US" altLang="en-US" sz="800" dirty="0">
                <a:solidFill>
                  <a:srgbClr val="FFFF00"/>
                </a:solidFill>
                <a:latin typeface="Calibri" panose="020F0502020204030204" pitchFamily="34" charset="0"/>
              </a:rPr>
              <a:t>POSP056</a:t>
            </a:r>
          </a:p>
        </p:txBody>
      </p:sp>
      <p:sp>
        <p:nvSpPr>
          <p:cNvPr id="113" name="Flowchart: Direct Access Storage 112">
            <a:extLst>
              <a:ext uri="{FF2B5EF4-FFF2-40B4-BE49-F238E27FC236}">
                <a16:creationId xmlns:a16="http://schemas.microsoft.com/office/drawing/2014/main" id="{4027592D-9CF9-0EB4-683B-E9CAA5712533}"/>
              </a:ext>
            </a:extLst>
          </p:cNvPr>
          <p:cNvSpPr/>
          <p:nvPr/>
        </p:nvSpPr>
        <p:spPr>
          <a:xfrm>
            <a:off x="6991350" y="6450013"/>
            <a:ext cx="1066800" cy="381000"/>
          </a:xfrm>
          <a:prstGeom prst="flowChartMagneticDrum">
            <a:avLst/>
          </a:prstGeom>
          <a:gradFill>
            <a:gsLst>
              <a:gs pos="0">
                <a:srgbClr val="DDEBCF"/>
              </a:gs>
              <a:gs pos="50000">
                <a:srgbClr val="9CB86E"/>
              </a:gs>
              <a:gs pos="100000">
                <a:srgbClr val="156B13"/>
              </a:gs>
            </a:gsLst>
            <a:lin ang="5400000" scaled="0"/>
          </a:gra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dirty="0"/>
          </a:p>
        </p:txBody>
      </p:sp>
      <p:sp>
        <p:nvSpPr>
          <p:cNvPr id="5215" name="TextBox 34">
            <a:extLst>
              <a:ext uri="{FF2B5EF4-FFF2-40B4-BE49-F238E27FC236}">
                <a16:creationId xmlns:a16="http://schemas.microsoft.com/office/drawing/2014/main" id="{FE24F509-3B93-DA19-C202-1AA9F865CE49}"/>
              </a:ext>
            </a:extLst>
          </p:cNvPr>
          <p:cNvSpPr txBox="1">
            <a:spLocks noChangeArrowheads="1"/>
          </p:cNvSpPr>
          <p:nvPr/>
        </p:nvSpPr>
        <p:spPr bwMode="auto">
          <a:xfrm>
            <a:off x="7067550" y="6526213"/>
            <a:ext cx="609600" cy="215900"/>
          </a:xfrm>
          <a:prstGeom prst="rect">
            <a:avLst/>
          </a:prstGeom>
          <a:gradFill rotWithShape="0">
            <a:gsLst>
              <a:gs pos="0">
                <a:srgbClr val="DDEBCF"/>
              </a:gs>
              <a:gs pos="50000">
                <a:srgbClr val="9CB86E"/>
              </a:gs>
              <a:gs pos="100000">
                <a:srgbClr val="156B13"/>
              </a:gs>
            </a:gsLst>
            <a:lin ang="5400000"/>
          </a:gradFill>
          <a:ln w="9525" cap="rnd">
            <a:solidFill>
              <a:schemeClr val="accent1"/>
            </a:solidFill>
            <a:miter lim="800000"/>
            <a:headEnd/>
            <a:tailEnd/>
          </a:ln>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n-US" altLang="en-US" sz="800" dirty="0">
                <a:solidFill>
                  <a:srgbClr val="FFFF00"/>
                </a:solidFill>
                <a:latin typeface="Calibri" panose="020F0502020204030204" pitchFamily="34" charset="0"/>
              </a:rPr>
              <a:t>POSP081</a:t>
            </a:r>
          </a:p>
        </p:txBody>
      </p:sp>
      <p:sp>
        <p:nvSpPr>
          <p:cNvPr id="124" name="Flowchart: Direct Access Storage 123">
            <a:extLst>
              <a:ext uri="{FF2B5EF4-FFF2-40B4-BE49-F238E27FC236}">
                <a16:creationId xmlns:a16="http://schemas.microsoft.com/office/drawing/2014/main" id="{B564B6FD-1B53-A694-500B-D0F1ECD8C5CC}"/>
              </a:ext>
            </a:extLst>
          </p:cNvPr>
          <p:cNvSpPr/>
          <p:nvPr/>
        </p:nvSpPr>
        <p:spPr>
          <a:xfrm>
            <a:off x="8458200" y="3971925"/>
            <a:ext cx="1066800" cy="381000"/>
          </a:xfrm>
          <a:prstGeom prst="flowChartMagneticDrum">
            <a:avLst/>
          </a:prstGeom>
          <a:gradFill>
            <a:gsLst>
              <a:gs pos="0">
                <a:srgbClr val="DDEBCF"/>
              </a:gs>
              <a:gs pos="50000">
                <a:srgbClr val="9CB86E"/>
              </a:gs>
              <a:gs pos="100000">
                <a:srgbClr val="156B13"/>
              </a:gs>
            </a:gsLst>
            <a:lin ang="5400000" scaled="0"/>
          </a:gra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dirty="0"/>
          </a:p>
        </p:txBody>
      </p:sp>
      <p:sp>
        <p:nvSpPr>
          <p:cNvPr id="5217" name="TextBox 34">
            <a:extLst>
              <a:ext uri="{FF2B5EF4-FFF2-40B4-BE49-F238E27FC236}">
                <a16:creationId xmlns:a16="http://schemas.microsoft.com/office/drawing/2014/main" id="{66DBDBA1-22A1-4C48-A9A4-A6456F3ABBB3}"/>
              </a:ext>
            </a:extLst>
          </p:cNvPr>
          <p:cNvSpPr txBox="1">
            <a:spLocks noChangeArrowheads="1"/>
          </p:cNvSpPr>
          <p:nvPr/>
        </p:nvSpPr>
        <p:spPr bwMode="auto">
          <a:xfrm>
            <a:off x="8534400" y="4002089"/>
            <a:ext cx="609600" cy="338137"/>
          </a:xfrm>
          <a:prstGeom prst="rect">
            <a:avLst/>
          </a:prstGeom>
          <a:gradFill rotWithShape="0">
            <a:gsLst>
              <a:gs pos="0">
                <a:srgbClr val="DDEBCF"/>
              </a:gs>
              <a:gs pos="50000">
                <a:srgbClr val="9CB86E"/>
              </a:gs>
              <a:gs pos="100000">
                <a:srgbClr val="156B13"/>
              </a:gs>
            </a:gsLst>
            <a:lin ang="5400000"/>
          </a:gradFill>
          <a:ln w="9525" cap="rnd">
            <a:solidFill>
              <a:schemeClr val="accent1"/>
            </a:solidFill>
            <a:miter lim="800000"/>
            <a:headEnd/>
            <a:tailEnd/>
          </a:ln>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n-US" altLang="en-US" sz="800" dirty="0">
                <a:solidFill>
                  <a:srgbClr val="FFFF00"/>
                </a:solidFill>
                <a:latin typeface="Calibri" panose="020F0502020204030204" pitchFamily="34" charset="0"/>
              </a:rPr>
              <a:t>POSP017 FLEXCASH</a:t>
            </a:r>
          </a:p>
        </p:txBody>
      </p:sp>
      <p:sp>
        <p:nvSpPr>
          <p:cNvPr id="126" name="Flowchart: Direct Access Storage 125">
            <a:extLst>
              <a:ext uri="{FF2B5EF4-FFF2-40B4-BE49-F238E27FC236}">
                <a16:creationId xmlns:a16="http://schemas.microsoft.com/office/drawing/2014/main" id="{2FFBC70F-0073-87C0-2731-08DF44A844A3}"/>
              </a:ext>
            </a:extLst>
          </p:cNvPr>
          <p:cNvSpPr/>
          <p:nvPr/>
        </p:nvSpPr>
        <p:spPr>
          <a:xfrm>
            <a:off x="8458200" y="4425950"/>
            <a:ext cx="1066800" cy="381000"/>
          </a:xfrm>
          <a:prstGeom prst="flowChartMagneticDrum">
            <a:avLst/>
          </a:prstGeom>
          <a:gradFill>
            <a:gsLst>
              <a:gs pos="0">
                <a:srgbClr val="DDEBCF"/>
              </a:gs>
              <a:gs pos="50000">
                <a:srgbClr val="9CB86E"/>
              </a:gs>
              <a:gs pos="100000">
                <a:srgbClr val="156B13"/>
              </a:gs>
            </a:gsLst>
            <a:lin ang="5400000" scaled="0"/>
          </a:gra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dirty="0"/>
          </a:p>
        </p:txBody>
      </p:sp>
      <p:sp>
        <p:nvSpPr>
          <p:cNvPr id="5219" name="TextBox 34">
            <a:extLst>
              <a:ext uri="{FF2B5EF4-FFF2-40B4-BE49-F238E27FC236}">
                <a16:creationId xmlns:a16="http://schemas.microsoft.com/office/drawing/2014/main" id="{0BCC66B3-C168-438F-185F-802E1060B171}"/>
              </a:ext>
            </a:extLst>
          </p:cNvPr>
          <p:cNvSpPr txBox="1">
            <a:spLocks noChangeArrowheads="1"/>
          </p:cNvSpPr>
          <p:nvPr/>
        </p:nvSpPr>
        <p:spPr bwMode="auto">
          <a:xfrm>
            <a:off x="8534400" y="4502150"/>
            <a:ext cx="609600" cy="215900"/>
          </a:xfrm>
          <a:prstGeom prst="rect">
            <a:avLst/>
          </a:prstGeom>
          <a:gradFill rotWithShape="0">
            <a:gsLst>
              <a:gs pos="0">
                <a:srgbClr val="DDEBCF"/>
              </a:gs>
              <a:gs pos="50000">
                <a:srgbClr val="9CB86E"/>
              </a:gs>
              <a:gs pos="100000">
                <a:srgbClr val="156B13"/>
              </a:gs>
            </a:gsLst>
            <a:lin ang="5400000"/>
          </a:gradFill>
          <a:ln w="9525" cap="rnd">
            <a:solidFill>
              <a:schemeClr val="accent1"/>
            </a:solidFill>
            <a:miter lim="800000"/>
            <a:headEnd/>
            <a:tailEnd/>
          </a:ln>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n-US" altLang="en-US" sz="800" dirty="0">
                <a:solidFill>
                  <a:srgbClr val="FFFF00"/>
                </a:solidFill>
                <a:latin typeface="Calibri" panose="020F0502020204030204" pitchFamily="34" charset="0"/>
              </a:rPr>
              <a:t>POSP040</a:t>
            </a:r>
          </a:p>
        </p:txBody>
      </p:sp>
      <p:sp>
        <p:nvSpPr>
          <p:cNvPr id="128" name="Flowchart: Direct Access Storage 127">
            <a:extLst>
              <a:ext uri="{FF2B5EF4-FFF2-40B4-BE49-F238E27FC236}">
                <a16:creationId xmlns:a16="http://schemas.microsoft.com/office/drawing/2014/main" id="{73350498-93B7-1FFB-E757-B2564478A5A0}"/>
              </a:ext>
            </a:extLst>
          </p:cNvPr>
          <p:cNvSpPr/>
          <p:nvPr/>
        </p:nvSpPr>
        <p:spPr>
          <a:xfrm>
            <a:off x="8458200" y="4900613"/>
            <a:ext cx="1066800" cy="381000"/>
          </a:xfrm>
          <a:prstGeom prst="flowChartMagneticDrum">
            <a:avLst/>
          </a:prstGeom>
          <a:gradFill>
            <a:gsLst>
              <a:gs pos="0">
                <a:srgbClr val="DDEBCF"/>
              </a:gs>
              <a:gs pos="50000">
                <a:srgbClr val="9CB86E"/>
              </a:gs>
              <a:gs pos="100000">
                <a:srgbClr val="156B13"/>
              </a:gs>
            </a:gsLst>
            <a:lin ang="5400000" scaled="0"/>
          </a:gra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dirty="0"/>
          </a:p>
        </p:txBody>
      </p:sp>
      <p:sp>
        <p:nvSpPr>
          <p:cNvPr id="5221" name="TextBox 34">
            <a:extLst>
              <a:ext uri="{FF2B5EF4-FFF2-40B4-BE49-F238E27FC236}">
                <a16:creationId xmlns:a16="http://schemas.microsoft.com/office/drawing/2014/main" id="{AFB2AB80-F308-A928-BF34-4231E8CBB05F}"/>
              </a:ext>
            </a:extLst>
          </p:cNvPr>
          <p:cNvSpPr txBox="1">
            <a:spLocks noChangeArrowheads="1"/>
          </p:cNvSpPr>
          <p:nvPr/>
        </p:nvSpPr>
        <p:spPr bwMode="auto">
          <a:xfrm>
            <a:off x="8534400" y="4976813"/>
            <a:ext cx="609600" cy="215900"/>
          </a:xfrm>
          <a:prstGeom prst="rect">
            <a:avLst/>
          </a:prstGeom>
          <a:gradFill rotWithShape="0">
            <a:gsLst>
              <a:gs pos="0">
                <a:srgbClr val="DDEBCF"/>
              </a:gs>
              <a:gs pos="50000">
                <a:srgbClr val="9CB86E"/>
              </a:gs>
              <a:gs pos="100000">
                <a:srgbClr val="156B13"/>
              </a:gs>
            </a:gsLst>
            <a:lin ang="5400000"/>
          </a:gradFill>
          <a:ln w="9525" cap="rnd">
            <a:solidFill>
              <a:schemeClr val="accent1"/>
            </a:solidFill>
            <a:miter lim="800000"/>
            <a:headEnd/>
            <a:tailEnd/>
          </a:ln>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n-US" altLang="en-US" sz="800" dirty="0">
                <a:solidFill>
                  <a:srgbClr val="FFFF00"/>
                </a:solidFill>
                <a:latin typeface="Calibri" panose="020F0502020204030204" pitchFamily="34" charset="0"/>
              </a:rPr>
              <a:t>POSP054</a:t>
            </a:r>
          </a:p>
        </p:txBody>
      </p:sp>
      <p:sp>
        <p:nvSpPr>
          <p:cNvPr id="131" name="Flowchart: Direct Access Storage 130">
            <a:extLst>
              <a:ext uri="{FF2B5EF4-FFF2-40B4-BE49-F238E27FC236}">
                <a16:creationId xmlns:a16="http://schemas.microsoft.com/office/drawing/2014/main" id="{BE29FC05-CAFA-C77E-4978-BEBF3273C97B}"/>
              </a:ext>
            </a:extLst>
          </p:cNvPr>
          <p:cNvSpPr/>
          <p:nvPr/>
        </p:nvSpPr>
        <p:spPr>
          <a:xfrm>
            <a:off x="8458200" y="5356225"/>
            <a:ext cx="1066800" cy="381000"/>
          </a:xfrm>
          <a:prstGeom prst="flowChartMagneticDrum">
            <a:avLst/>
          </a:prstGeom>
          <a:gradFill>
            <a:gsLst>
              <a:gs pos="0">
                <a:srgbClr val="DDEBCF"/>
              </a:gs>
              <a:gs pos="50000">
                <a:srgbClr val="9CB86E"/>
              </a:gs>
              <a:gs pos="100000">
                <a:srgbClr val="156B13"/>
              </a:gs>
            </a:gsLst>
            <a:lin ang="5400000" scaled="0"/>
          </a:gra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dirty="0"/>
          </a:p>
        </p:txBody>
      </p:sp>
      <p:sp>
        <p:nvSpPr>
          <p:cNvPr id="5223" name="TextBox 34">
            <a:extLst>
              <a:ext uri="{FF2B5EF4-FFF2-40B4-BE49-F238E27FC236}">
                <a16:creationId xmlns:a16="http://schemas.microsoft.com/office/drawing/2014/main" id="{79E5340F-D1FC-8037-D573-11749B2481A5}"/>
              </a:ext>
            </a:extLst>
          </p:cNvPr>
          <p:cNvSpPr txBox="1">
            <a:spLocks noChangeArrowheads="1"/>
          </p:cNvSpPr>
          <p:nvPr/>
        </p:nvSpPr>
        <p:spPr bwMode="auto">
          <a:xfrm>
            <a:off x="8534400" y="5432426"/>
            <a:ext cx="609600" cy="214313"/>
          </a:xfrm>
          <a:prstGeom prst="rect">
            <a:avLst/>
          </a:prstGeom>
          <a:gradFill rotWithShape="0">
            <a:gsLst>
              <a:gs pos="0">
                <a:srgbClr val="DDEBCF"/>
              </a:gs>
              <a:gs pos="50000">
                <a:srgbClr val="9CB86E"/>
              </a:gs>
              <a:gs pos="100000">
                <a:srgbClr val="156B13"/>
              </a:gs>
            </a:gsLst>
            <a:lin ang="5400000"/>
          </a:gradFill>
          <a:ln w="9525" cap="rnd">
            <a:solidFill>
              <a:schemeClr val="accent1"/>
            </a:solidFill>
            <a:miter lim="800000"/>
            <a:headEnd/>
            <a:tailEnd/>
          </a:ln>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n-US" altLang="en-US" sz="800" dirty="0">
                <a:solidFill>
                  <a:srgbClr val="FFFF00"/>
                </a:solidFill>
                <a:latin typeface="Calibri" panose="020F0502020204030204" pitchFamily="34" charset="0"/>
              </a:rPr>
              <a:t>POSP040</a:t>
            </a:r>
          </a:p>
        </p:txBody>
      </p:sp>
      <p:sp>
        <p:nvSpPr>
          <p:cNvPr id="133" name="Flowchart: Direct Access Storage 132">
            <a:extLst>
              <a:ext uri="{FF2B5EF4-FFF2-40B4-BE49-F238E27FC236}">
                <a16:creationId xmlns:a16="http://schemas.microsoft.com/office/drawing/2014/main" id="{70AB23B0-042D-881C-AC22-DBFB15D4DD0E}"/>
              </a:ext>
            </a:extLst>
          </p:cNvPr>
          <p:cNvSpPr/>
          <p:nvPr/>
        </p:nvSpPr>
        <p:spPr>
          <a:xfrm>
            <a:off x="8439150" y="5794375"/>
            <a:ext cx="1066800" cy="381000"/>
          </a:xfrm>
          <a:prstGeom prst="flowChartMagneticDrum">
            <a:avLst/>
          </a:prstGeom>
          <a:gradFill>
            <a:gsLst>
              <a:gs pos="0">
                <a:srgbClr val="DDEBCF"/>
              </a:gs>
              <a:gs pos="50000">
                <a:srgbClr val="9CB86E"/>
              </a:gs>
              <a:gs pos="100000">
                <a:srgbClr val="156B13"/>
              </a:gs>
            </a:gsLst>
            <a:lin ang="5400000" scaled="0"/>
          </a:gra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dirty="0"/>
          </a:p>
        </p:txBody>
      </p:sp>
      <p:sp>
        <p:nvSpPr>
          <p:cNvPr id="5225" name="TextBox 34">
            <a:extLst>
              <a:ext uri="{FF2B5EF4-FFF2-40B4-BE49-F238E27FC236}">
                <a16:creationId xmlns:a16="http://schemas.microsoft.com/office/drawing/2014/main" id="{5253C582-508B-88A3-5F7C-A9D0DA71C63A}"/>
              </a:ext>
            </a:extLst>
          </p:cNvPr>
          <p:cNvSpPr txBox="1">
            <a:spLocks noChangeArrowheads="1"/>
          </p:cNvSpPr>
          <p:nvPr/>
        </p:nvSpPr>
        <p:spPr bwMode="auto">
          <a:xfrm>
            <a:off x="8515350" y="5870575"/>
            <a:ext cx="609600" cy="215900"/>
          </a:xfrm>
          <a:prstGeom prst="rect">
            <a:avLst/>
          </a:prstGeom>
          <a:gradFill rotWithShape="0">
            <a:gsLst>
              <a:gs pos="0">
                <a:srgbClr val="DDEBCF"/>
              </a:gs>
              <a:gs pos="50000">
                <a:srgbClr val="9CB86E"/>
              </a:gs>
              <a:gs pos="100000">
                <a:srgbClr val="156B13"/>
              </a:gs>
            </a:gsLst>
            <a:lin ang="5400000"/>
          </a:gradFill>
          <a:ln w="9525" cap="rnd">
            <a:solidFill>
              <a:schemeClr val="accent1"/>
            </a:solidFill>
            <a:miter lim="800000"/>
            <a:headEnd/>
            <a:tailEnd/>
          </a:ln>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n-US" altLang="en-US" sz="800" dirty="0">
                <a:solidFill>
                  <a:srgbClr val="FFFF00"/>
                </a:solidFill>
                <a:latin typeface="Calibri" panose="020F0502020204030204" pitchFamily="34" charset="0"/>
              </a:rPr>
              <a:t>POSP079</a:t>
            </a:r>
          </a:p>
        </p:txBody>
      </p:sp>
      <p:cxnSp>
        <p:nvCxnSpPr>
          <p:cNvPr id="137" name="Elbow Connector 136">
            <a:extLst>
              <a:ext uri="{FF2B5EF4-FFF2-40B4-BE49-F238E27FC236}">
                <a16:creationId xmlns:a16="http://schemas.microsoft.com/office/drawing/2014/main" id="{02716CC4-2301-76DD-84AD-7FC25CB11770}"/>
              </a:ext>
            </a:extLst>
          </p:cNvPr>
          <p:cNvCxnSpPr>
            <a:stCxn id="89" idx="3"/>
            <a:endCxn id="101" idx="1"/>
          </p:cNvCxnSpPr>
          <p:nvPr/>
        </p:nvCxnSpPr>
        <p:spPr>
          <a:xfrm flipV="1">
            <a:off x="6400800" y="4394201"/>
            <a:ext cx="609600" cy="104775"/>
          </a:xfrm>
          <a:prstGeom prst="bentConnector3">
            <a:avLst>
              <a:gd name="adj1" fmla="val 50000"/>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38" name="Elbow Connector 137">
            <a:extLst>
              <a:ext uri="{FF2B5EF4-FFF2-40B4-BE49-F238E27FC236}">
                <a16:creationId xmlns:a16="http://schemas.microsoft.com/office/drawing/2014/main" id="{42B9300C-4BFE-8452-5FEF-6A613849EC5E}"/>
              </a:ext>
            </a:extLst>
          </p:cNvPr>
          <p:cNvCxnSpPr>
            <a:stCxn id="89" idx="3"/>
            <a:endCxn id="104" idx="1"/>
          </p:cNvCxnSpPr>
          <p:nvPr/>
        </p:nvCxnSpPr>
        <p:spPr>
          <a:xfrm>
            <a:off x="6400800" y="4498975"/>
            <a:ext cx="609600" cy="357188"/>
          </a:xfrm>
          <a:prstGeom prst="bentConnector3">
            <a:avLst>
              <a:gd name="adj1" fmla="val 50000"/>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41" name="Elbow Connector 140">
            <a:extLst>
              <a:ext uri="{FF2B5EF4-FFF2-40B4-BE49-F238E27FC236}">
                <a16:creationId xmlns:a16="http://schemas.microsoft.com/office/drawing/2014/main" id="{71E33C37-86BB-2156-98F5-22DA954B6B7C}"/>
              </a:ext>
            </a:extLst>
          </p:cNvPr>
          <p:cNvCxnSpPr>
            <a:stCxn id="89" idx="3"/>
            <a:endCxn id="107" idx="1"/>
          </p:cNvCxnSpPr>
          <p:nvPr/>
        </p:nvCxnSpPr>
        <p:spPr>
          <a:xfrm>
            <a:off x="6400800" y="4498976"/>
            <a:ext cx="609600" cy="823913"/>
          </a:xfrm>
          <a:prstGeom prst="bentConnector3">
            <a:avLst>
              <a:gd name="adj1" fmla="val 50000"/>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45" name="Elbow Connector 144">
            <a:extLst>
              <a:ext uri="{FF2B5EF4-FFF2-40B4-BE49-F238E27FC236}">
                <a16:creationId xmlns:a16="http://schemas.microsoft.com/office/drawing/2014/main" id="{24D17777-8A86-2860-DFD0-AF4CF6686543}"/>
              </a:ext>
            </a:extLst>
          </p:cNvPr>
          <p:cNvCxnSpPr>
            <a:stCxn id="89" idx="3"/>
            <a:endCxn id="109" idx="1"/>
          </p:cNvCxnSpPr>
          <p:nvPr/>
        </p:nvCxnSpPr>
        <p:spPr>
          <a:xfrm>
            <a:off x="6400800" y="4498976"/>
            <a:ext cx="609600" cy="1274763"/>
          </a:xfrm>
          <a:prstGeom prst="bentConnector3">
            <a:avLst>
              <a:gd name="adj1" fmla="val 50000"/>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48" name="Elbow Connector 147">
            <a:extLst>
              <a:ext uri="{FF2B5EF4-FFF2-40B4-BE49-F238E27FC236}">
                <a16:creationId xmlns:a16="http://schemas.microsoft.com/office/drawing/2014/main" id="{059C7121-1E9B-044D-D167-9D2A0BEB88E2}"/>
              </a:ext>
            </a:extLst>
          </p:cNvPr>
          <p:cNvCxnSpPr>
            <a:stCxn id="89" idx="3"/>
            <a:endCxn id="111" idx="1"/>
          </p:cNvCxnSpPr>
          <p:nvPr/>
        </p:nvCxnSpPr>
        <p:spPr>
          <a:xfrm>
            <a:off x="6400800" y="4498976"/>
            <a:ext cx="609600" cy="1711325"/>
          </a:xfrm>
          <a:prstGeom prst="bentConnector3">
            <a:avLst>
              <a:gd name="adj1" fmla="val 50000"/>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51" name="Elbow Connector 150">
            <a:extLst>
              <a:ext uri="{FF2B5EF4-FFF2-40B4-BE49-F238E27FC236}">
                <a16:creationId xmlns:a16="http://schemas.microsoft.com/office/drawing/2014/main" id="{095C5594-1C4C-BBB4-17E1-C6105A26AC25}"/>
              </a:ext>
            </a:extLst>
          </p:cNvPr>
          <p:cNvCxnSpPr>
            <a:stCxn id="89" idx="3"/>
            <a:endCxn id="113" idx="1"/>
          </p:cNvCxnSpPr>
          <p:nvPr/>
        </p:nvCxnSpPr>
        <p:spPr>
          <a:xfrm>
            <a:off x="6400800" y="4497389"/>
            <a:ext cx="590550" cy="2143125"/>
          </a:xfrm>
          <a:prstGeom prst="bentConnector3">
            <a:avLst>
              <a:gd name="adj1" fmla="val 50000"/>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54" name="Elbow Connector 153">
            <a:extLst>
              <a:ext uri="{FF2B5EF4-FFF2-40B4-BE49-F238E27FC236}">
                <a16:creationId xmlns:a16="http://schemas.microsoft.com/office/drawing/2014/main" id="{E2FA008C-FA6E-1172-C272-2ADE65794F5F}"/>
              </a:ext>
            </a:extLst>
          </p:cNvPr>
          <p:cNvCxnSpPr>
            <a:stCxn id="89" idx="0"/>
            <a:endCxn id="124" idx="1"/>
          </p:cNvCxnSpPr>
          <p:nvPr/>
        </p:nvCxnSpPr>
        <p:spPr>
          <a:xfrm rot="5400000" flipH="1" flipV="1">
            <a:off x="7053263" y="2862263"/>
            <a:ext cx="104775" cy="2705100"/>
          </a:xfrm>
          <a:prstGeom prst="bentConnector2">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78" name="Elbow Connector 177">
            <a:extLst>
              <a:ext uri="{FF2B5EF4-FFF2-40B4-BE49-F238E27FC236}">
                <a16:creationId xmlns:a16="http://schemas.microsoft.com/office/drawing/2014/main" id="{4EEF7F97-4EF2-F30C-D5DC-7603DF3E8E51}"/>
              </a:ext>
            </a:extLst>
          </p:cNvPr>
          <p:cNvCxnSpPr>
            <a:stCxn id="89" idx="0"/>
            <a:endCxn id="126" idx="1"/>
          </p:cNvCxnSpPr>
          <p:nvPr/>
        </p:nvCxnSpPr>
        <p:spPr>
          <a:xfrm rot="16200000" flipH="1">
            <a:off x="6931025" y="3089275"/>
            <a:ext cx="349250" cy="2705100"/>
          </a:xfrm>
          <a:prstGeom prst="bentConnector4">
            <a:avLst>
              <a:gd name="adj1" fmla="val -65466"/>
              <a:gd name="adj2" fmla="val 41014"/>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90" name="Elbow Connector 189">
            <a:extLst>
              <a:ext uri="{FF2B5EF4-FFF2-40B4-BE49-F238E27FC236}">
                <a16:creationId xmlns:a16="http://schemas.microsoft.com/office/drawing/2014/main" id="{EBB3C878-0AEF-C84C-1832-779FEE8107CC}"/>
              </a:ext>
            </a:extLst>
          </p:cNvPr>
          <p:cNvCxnSpPr>
            <a:stCxn id="89" idx="0"/>
            <a:endCxn id="128" idx="1"/>
          </p:cNvCxnSpPr>
          <p:nvPr/>
        </p:nvCxnSpPr>
        <p:spPr>
          <a:xfrm rot="16200000" flipH="1">
            <a:off x="6693694" y="3326607"/>
            <a:ext cx="823913" cy="2705100"/>
          </a:xfrm>
          <a:prstGeom prst="bentConnector4">
            <a:avLst>
              <a:gd name="adj1" fmla="val -27733"/>
              <a:gd name="adj2" fmla="val 40338"/>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96" name="Elbow Connector 195">
            <a:extLst>
              <a:ext uri="{FF2B5EF4-FFF2-40B4-BE49-F238E27FC236}">
                <a16:creationId xmlns:a16="http://schemas.microsoft.com/office/drawing/2014/main" id="{3385773D-7059-8882-7E7C-125625D94899}"/>
              </a:ext>
            </a:extLst>
          </p:cNvPr>
          <p:cNvCxnSpPr>
            <a:endCxn id="131" idx="1"/>
          </p:cNvCxnSpPr>
          <p:nvPr/>
        </p:nvCxnSpPr>
        <p:spPr>
          <a:xfrm rot="16200000" flipH="1">
            <a:off x="6452394" y="3540919"/>
            <a:ext cx="1306512" cy="2705100"/>
          </a:xfrm>
          <a:prstGeom prst="bentConnector4">
            <a:avLst>
              <a:gd name="adj1" fmla="val -17496"/>
              <a:gd name="adj2" fmla="val 40338"/>
            </a:avLst>
          </a:prstGeom>
          <a:ln>
            <a:tailEnd type="arrow"/>
          </a:ln>
        </p:spPr>
        <p:style>
          <a:lnRef idx="1">
            <a:schemeClr val="accent1"/>
          </a:lnRef>
          <a:fillRef idx="0">
            <a:schemeClr val="accent1"/>
          </a:fillRef>
          <a:effectRef idx="0">
            <a:schemeClr val="accent1"/>
          </a:effectRef>
          <a:fontRef idx="minor">
            <a:schemeClr val="tx1"/>
          </a:fontRef>
        </p:style>
      </p:cxnSp>
      <p:cxnSp>
        <p:nvCxnSpPr>
          <p:cNvPr id="201" name="Elbow Connector 200">
            <a:extLst>
              <a:ext uri="{FF2B5EF4-FFF2-40B4-BE49-F238E27FC236}">
                <a16:creationId xmlns:a16="http://schemas.microsoft.com/office/drawing/2014/main" id="{F0417E81-FD2C-26FA-BE57-489B3D7DD369}"/>
              </a:ext>
            </a:extLst>
          </p:cNvPr>
          <p:cNvCxnSpPr>
            <a:stCxn id="89" idx="0"/>
            <a:endCxn id="133" idx="1"/>
          </p:cNvCxnSpPr>
          <p:nvPr/>
        </p:nvCxnSpPr>
        <p:spPr>
          <a:xfrm rot="16200000" flipH="1">
            <a:off x="6237288" y="3783013"/>
            <a:ext cx="1717675" cy="2686050"/>
          </a:xfrm>
          <a:prstGeom prst="bentConnector4">
            <a:avLst>
              <a:gd name="adj1" fmla="val -13315"/>
              <a:gd name="adj2" fmla="val 40270"/>
            </a:avLst>
          </a:prstGeom>
          <a:ln>
            <a:tailEnd type="arrow"/>
          </a:ln>
        </p:spPr>
        <p:style>
          <a:lnRef idx="1">
            <a:schemeClr val="accent1"/>
          </a:lnRef>
          <a:fillRef idx="0">
            <a:schemeClr val="accent1"/>
          </a:fillRef>
          <a:effectRef idx="0">
            <a:schemeClr val="accent1"/>
          </a:effectRef>
          <a:fontRef idx="minor">
            <a:schemeClr val="tx1"/>
          </a:fontRef>
        </p:style>
      </p:cxnSp>
      <p:cxnSp>
        <p:nvCxnSpPr>
          <p:cNvPr id="206" name="Elbow Connector 205">
            <a:extLst>
              <a:ext uri="{FF2B5EF4-FFF2-40B4-BE49-F238E27FC236}">
                <a16:creationId xmlns:a16="http://schemas.microsoft.com/office/drawing/2014/main" id="{9AFE5DFB-E84E-258E-ABC6-6F7FA007913A}"/>
              </a:ext>
            </a:extLst>
          </p:cNvPr>
          <p:cNvCxnSpPr>
            <a:endCxn id="114" idx="1"/>
          </p:cNvCxnSpPr>
          <p:nvPr/>
        </p:nvCxnSpPr>
        <p:spPr>
          <a:xfrm>
            <a:off x="5753101" y="4230689"/>
            <a:ext cx="2613025" cy="2205037"/>
          </a:xfrm>
          <a:prstGeom prst="bentConnector3">
            <a:avLst>
              <a:gd name="adj1" fmla="val 4160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266" name="Elbow Connector 265">
            <a:extLst>
              <a:ext uri="{FF2B5EF4-FFF2-40B4-BE49-F238E27FC236}">
                <a16:creationId xmlns:a16="http://schemas.microsoft.com/office/drawing/2014/main" id="{0F299CDD-F4B2-B330-59DE-624B9444F2FA}"/>
              </a:ext>
            </a:extLst>
          </p:cNvPr>
          <p:cNvCxnSpPr>
            <a:stCxn id="88" idx="3"/>
            <a:endCxn id="264" idx="1"/>
          </p:cNvCxnSpPr>
          <p:nvPr/>
        </p:nvCxnSpPr>
        <p:spPr>
          <a:xfrm>
            <a:off x="4724400" y="4602163"/>
            <a:ext cx="381000" cy="290512"/>
          </a:xfrm>
          <a:prstGeom prst="bentConnector3">
            <a:avLst>
              <a:gd name="adj1" fmla="val 50000"/>
            </a:avLst>
          </a:prstGeom>
          <a:ln>
            <a:tailEnd type="arrow"/>
          </a:ln>
        </p:spPr>
        <p:style>
          <a:lnRef idx="1">
            <a:schemeClr val="accent1"/>
          </a:lnRef>
          <a:fillRef idx="0">
            <a:schemeClr val="accent1"/>
          </a:fillRef>
          <a:effectRef idx="0">
            <a:schemeClr val="accent1"/>
          </a:effectRef>
          <a:fontRef idx="minor">
            <a:schemeClr val="tx1"/>
          </a:fontRef>
        </p:style>
      </p:cxnSp>
      <p:cxnSp>
        <p:nvCxnSpPr>
          <p:cNvPr id="268" name="Elbow Connector 267">
            <a:extLst>
              <a:ext uri="{FF2B5EF4-FFF2-40B4-BE49-F238E27FC236}">
                <a16:creationId xmlns:a16="http://schemas.microsoft.com/office/drawing/2014/main" id="{B0B9CCA7-2F76-F111-C526-6EAB2391E654}"/>
              </a:ext>
            </a:extLst>
          </p:cNvPr>
          <p:cNvCxnSpPr>
            <a:stCxn id="264" idx="2"/>
            <a:endCxn id="90" idx="0"/>
          </p:cNvCxnSpPr>
          <p:nvPr/>
        </p:nvCxnSpPr>
        <p:spPr>
          <a:xfrm rot="5400000">
            <a:off x="5709444" y="5060156"/>
            <a:ext cx="88900" cy="1588"/>
          </a:xfrm>
          <a:prstGeom prst="bentConnector3">
            <a:avLst>
              <a:gd name="adj1" fmla="val 50000"/>
            </a:avLst>
          </a:prstGeom>
          <a:ln>
            <a:tailEnd type="arrow"/>
          </a:ln>
        </p:spPr>
        <p:style>
          <a:lnRef idx="1">
            <a:schemeClr val="accent1"/>
          </a:lnRef>
          <a:fillRef idx="0">
            <a:schemeClr val="accent1"/>
          </a:fillRef>
          <a:effectRef idx="0">
            <a:schemeClr val="accent1"/>
          </a:effectRef>
          <a:fontRef idx="minor">
            <a:schemeClr val="tx1"/>
          </a:fontRef>
        </p:style>
      </p:cxnSp>
      <p:sp>
        <p:nvSpPr>
          <p:cNvPr id="269" name="Flowchart: Direct Access Storage 268">
            <a:extLst>
              <a:ext uri="{FF2B5EF4-FFF2-40B4-BE49-F238E27FC236}">
                <a16:creationId xmlns:a16="http://schemas.microsoft.com/office/drawing/2014/main" id="{F5A689C4-3176-E39B-1A4E-E0D57D275D5C}"/>
              </a:ext>
            </a:extLst>
          </p:cNvPr>
          <p:cNvSpPr/>
          <p:nvPr/>
        </p:nvSpPr>
        <p:spPr>
          <a:xfrm>
            <a:off x="5218113" y="5553075"/>
            <a:ext cx="1066800" cy="381000"/>
          </a:xfrm>
          <a:prstGeom prst="flowChartMagneticDrum">
            <a:avLst/>
          </a:prstGeom>
          <a:gradFill>
            <a:gsLst>
              <a:gs pos="0">
                <a:srgbClr val="DDEBCF"/>
              </a:gs>
              <a:gs pos="50000">
                <a:srgbClr val="9CB86E"/>
              </a:gs>
              <a:gs pos="100000">
                <a:srgbClr val="156B13"/>
              </a:gs>
            </a:gsLst>
            <a:lin ang="5400000" scaled="0"/>
          </a:gra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dirty="0"/>
          </a:p>
        </p:txBody>
      </p:sp>
      <p:sp>
        <p:nvSpPr>
          <p:cNvPr id="5241" name="TextBox 34">
            <a:extLst>
              <a:ext uri="{FF2B5EF4-FFF2-40B4-BE49-F238E27FC236}">
                <a16:creationId xmlns:a16="http://schemas.microsoft.com/office/drawing/2014/main" id="{6450AE7F-CC3B-7F6D-5EDA-7D58D690B8BB}"/>
              </a:ext>
            </a:extLst>
          </p:cNvPr>
          <p:cNvSpPr txBox="1">
            <a:spLocks noChangeArrowheads="1"/>
          </p:cNvSpPr>
          <p:nvPr/>
        </p:nvSpPr>
        <p:spPr bwMode="auto">
          <a:xfrm>
            <a:off x="5294313" y="5629275"/>
            <a:ext cx="609600" cy="215900"/>
          </a:xfrm>
          <a:prstGeom prst="rect">
            <a:avLst/>
          </a:prstGeom>
          <a:gradFill rotWithShape="0">
            <a:gsLst>
              <a:gs pos="0">
                <a:srgbClr val="DDEBCF"/>
              </a:gs>
              <a:gs pos="50000">
                <a:srgbClr val="9CB86E"/>
              </a:gs>
              <a:gs pos="100000">
                <a:srgbClr val="156B13"/>
              </a:gs>
            </a:gsLst>
            <a:lin ang="5400000"/>
          </a:gradFill>
          <a:ln w="9525" cap="rnd">
            <a:solidFill>
              <a:schemeClr val="accent1"/>
            </a:solidFill>
            <a:miter lim="800000"/>
            <a:headEnd/>
            <a:tailEnd/>
          </a:ln>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n-US" altLang="en-US" sz="800" dirty="0">
                <a:solidFill>
                  <a:srgbClr val="FFFF00"/>
                </a:solidFill>
                <a:latin typeface="Calibri" panose="020F0502020204030204" pitchFamily="34" charset="0"/>
              </a:rPr>
              <a:t>POSP084</a:t>
            </a:r>
          </a:p>
        </p:txBody>
      </p:sp>
      <p:cxnSp>
        <p:nvCxnSpPr>
          <p:cNvPr id="272" name="Elbow Connector 271">
            <a:extLst>
              <a:ext uri="{FF2B5EF4-FFF2-40B4-BE49-F238E27FC236}">
                <a16:creationId xmlns:a16="http://schemas.microsoft.com/office/drawing/2014/main" id="{CBAAA7E8-F3CD-DB44-AE01-4646ED83314C}"/>
              </a:ext>
            </a:extLst>
          </p:cNvPr>
          <p:cNvCxnSpPr>
            <a:stCxn id="90" idx="2"/>
            <a:endCxn id="269" idx="0"/>
          </p:cNvCxnSpPr>
          <p:nvPr/>
        </p:nvCxnSpPr>
        <p:spPr>
          <a:xfrm rot="5400000">
            <a:off x="5651501" y="5451476"/>
            <a:ext cx="201612" cy="1587"/>
          </a:xfrm>
          <a:prstGeom prst="bentConnector3">
            <a:avLst>
              <a:gd name="adj1" fmla="val 50000"/>
            </a:avLst>
          </a:prstGeom>
          <a:ln>
            <a:tailEnd type="arrow"/>
          </a:ln>
        </p:spPr>
        <p:style>
          <a:lnRef idx="1">
            <a:schemeClr val="accent1"/>
          </a:lnRef>
          <a:fillRef idx="0">
            <a:schemeClr val="accent1"/>
          </a:fillRef>
          <a:effectRef idx="0">
            <a:schemeClr val="accent1"/>
          </a:effectRef>
          <a:fontRef idx="minor">
            <a:schemeClr val="tx1"/>
          </a:fontRef>
        </p:style>
      </p:cxnSp>
      <p:cxnSp>
        <p:nvCxnSpPr>
          <p:cNvPr id="274" name="Elbow Connector 273">
            <a:extLst>
              <a:ext uri="{FF2B5EF4-FFF2-40B4-BE49-F238E27FC236}">
                <a16:creationId xmlns:a16="http://schemas.microsoft.com/office/drawing/2014/main" id="{8347CF30-E7ED-D086-EFA1-FC03942323F4}"/>
              </a:ext>
            </a:extLst>
          </p:cNvPr>
          <p:cNvCxnSpPr/>
          <p:nvPr/>
        </p:nvCxnSpPr>
        <p:spPr>
          <a:xfrm flipV="1">
            <a:off x="6400800" y="2362201"/>
            <a:ext cx="2667000" cy="2905125"/>
          </a:xfrm>
          <a:prstGeom prst="bentConnector3">
            <a:avLst>
              <a:gd name="adj1" fmla="val 5714"/>
            </a:avLst>
          </a:prstGeom>
          <a:ln>
            <a:tailEnd type="arrow"/>
          </a:ln>
        </p:spPr>
        <p:style>
          <a:lnRef idx="1">
            <a:schemeClr val="accent1"/>
          </a:lnRef>
          <a:fillRef idx="0">
            <a:schemeClr val="accent1"/>
          </a:fillRef>
          <a:effectRef idx="0">
            <a:schemeClr val="accent1"/>
          </a:effectRef>
          <a:fontRef idx="minor">
            <a:schemeClr val="tx1"/>
          </a:fontRef>
        </p:style>
      </p:cxnSp>
      <p:cxnSp>
        <p:nvCxnSpPr>
          <p:cNvPr id="278" name="Elbow Connector 277">
            <a:extLst>
              <a:ext uri="{FF2B5EF4-FFF2-40B4-BE49-F238E27FC236}">
                <a16:creationId xmlns:a16="http://schemas.microsoft.com/office/drawing/2014/main" id="{DF3CAF96-63D9-4B22-7074-3271B32FDB64}"/>
              </a:ext>
            </a:extLst>
          </p:cNvPr>
          <p:cNvCxnSpPr>
            <a:stCxn id="88" idx="3"/>
            <a:endCxn id="118" idx="1"/>
          </p:cNvCxnSpPr>
          <p:nvPr/>
        </p:nvCxnSpPr>
        <p:spPr>
          <a:xfrm>
            <a:off x="4724400" y="4602163"/>
            <a:ext cx="381000" cy="1541462"/>
          </a:xfrm>
          <a:prstGeom prst="bentConnector3">
            <a:avLst>
              <a:gd name="adj1" fmla="val 50000"/>
            </a:avLst>
          </a:prstGeom>
          <a:ln>
            <a:tailEnd type="arrow"/>
          </a:ln>
        </p:spPr>
        <p:style>
          <a:lnRef idx="1">
            <a:schemeClr val="accent1"/>
          </a:lnRef>
          <a:fillRef idx="0">
            <a:schemeClr val="accent1"/>
          </a:fillRef>
          <a:effectRef idx="0">
            <a:schemeClr val="accent1"/>
          </a:effectRef>
          <a:fontRef idx="minor">
            <a:schemeClr val="tx1"/>
          </a:fontRef>
        </p:style>
      </p:cxnSp>
      <p:sp>
        <p:nvSpPr>
          <p:cNvPr id="292" name="TextBox 291">
            <a:extLst>
              <a:ext uri="{FF2B5EF4-FFF2-40B4-BE49-F238E27FC236}">
                <a16:creationId xmlns:a16="http://schemas.microsoft.com/office/drawing/2014/main" id="{1E2D9339-FEC7-3053-2BAD-409C753595A8}"/>
              </a:ext>
            </a:extLst>
          </p:cNvPr>
          <p:cNvSpPr txBox="1"/>
          <p:nvPr/>
        </p:nvSpPr>
        <p:spPr>
          <a:xfrm>
            <a:off x="4621213" y="6450013"/>
            <a:ext cx="914400" cy="246062"/>
          </a:xfrm>
          <a:prstGeom prst="rect">
            <a:avLst/>
          </a:prstGeom>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a:ln cap="rnd">
            <a:solidFill>
              <a:schemeClr val="accent1"/>
            </a:solidFill>
          </a:ln>
        </p:spPr>
        <p:txBody>
          <a:bodyPr>
            <a:spAutoFit/>
          </a:bodyPr>
          <a:lstStyle/>
          <a:p>
            <a:pPr>
              <a:defRPr/>
            </a:pPr>
            <a:r>
              <a:rPr lang="en-US" sz="1000" dirty="0"/>
              <a:t>FTPSTRMGET</a:t>
            </a:r>
          </a:p>
        </p:txBody>
      </p:sp>
      <p:sp>
        <p:nvSpPr>
          <p:cNvPr id="293" name="TextBox 292">
            <a:extLst>
              <a:ext uri="{FF2B5EF4-FFF2-40B4-BE49-F238E27FC236}">
                <a16:creationId xmlns:a16="http://schemas.microsoft.com/office/drawing/2014/main" id="{3680F5CE-93CC-FBE8-3C1F-0DB69CC3C2FF}"/>
              </a:ext>
            </a:extLst>
          </p:cNvPr>
          <p:cNvSpPr txBox="1"/>
          <p:nvPr/>
        </p:nvSpPr>
        <p:spPr>
          <a:xfrm>
            <a:off x="5638800" y="6459538"/>
            <a:ext cx="914400" cy="246062"/>
          </a:xfrm>
          <a:prstGeom prst="rect">
            <a:avLst/>
          </a:prstGeom>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a:ln cap="rnd">
            <a:solidFill>
              <a:schemeClr val="accent1"/>
            </a:solidFill>
          </a:ln>
        </p:spPr>
        <p:txBody>
          <a:bodyPr>
            <a:spAutoFit/>
          </a:bodyPr>
          <a:lstStyle/>
          <a:p>
            <a:pPr>
              <a:defRPr/>
            </a:pPr>
            <a:r>
              <a:rPr lang="en-US" sz="1000" dirty="0"/>
              <a:t>PCISFTP</a:t>
            </a:r>
          </a:p>
        </p:txBody>
      </p:sp>
      <p:cxnSp>
        <p:nvCxnSpPr>
          <p:cNvPr id="295" name="Elbow Connector 294">
            <a:extLst>
              <a:ext uri="{FF2B5EF4-FFF2-40B4-BE49-F238E27FC236}">
                <a16:creationId xmlns:a16="http://schemas.microsoft.com/office/drawing/2014/main" id="{D70AE849-1E23-EE88-2946-5B66E8205835}"/>
              </a:ext>
            </a:extLst>
          </p:cNvPr>
          <p:cNvCxnSpPr>
            <a:stCxn id="118" idx="2"/>
            <a:endCxn id="293" idx="0"/>
          </p:cNvCxnSpPr>
          <p:nvPr/>
        </p:nvCxnSpPr>
        <p:spPr>
          <a:xfrm rot="16200000" flipH="1">
            <a:off x="5827713" y="6191251"/>
            <a:ext cx="193675" cy="342900"/>
          </a:xfrm>
          <a:prstGeom prst="bentConnector3">
            <a:avLst>
              <a:gd name="adj1" fmla="val 50000"/>
            </a:avLst>
          </a:prstGeom>
          <a:ln>
            <a:tailEnd type="arrow"/>
          </a:ln>
        </p:spPr>
        <p:style>
          <a:lnRef idx="1">
            <a:schemeClr val="accent1"/>
          </a:lnRef>
          <a:fillRef idx="0">
            <a:schemeClr val="accent1"/>
          </a:fillRef>
          <a:effectRef idx="0">
            <a:schemeClr val="accent1"/>
          </a:effectRef>
          <a:fontRef idx="minor">
            <a:schemeClr val="tx1"/>
          </a:fontRef>
        </p:style>
      </p:cxnSp>
      <p:cxnSp>
        <p:nvCxnSpPr>
          <p:cNvPr id="302" name="Elbow Connector 301">
            <a:extLst>
              <a:ext uri="{FF2B5EF4-FFF2-40B4-BE49-F238E27FC236}">
                <a16:creationId xmlns:a16="http://schemas.microsoft.com/office/drawing/2014/main" id="{F5A0FD66-4436-4101-1B88-068085AB59F2}"/>
              </a:ext>
            </a:extLst>
          </p:cNvPr>
          <p:cNvCxnSpPr>
            <a:stCxn id="118" idx="2"/>
            <a:endCxn id="292" idx="0"/>
          </p:cNvCxnSpPr>
          <p:nvPr/>
        </p:nvCxnSpPr>
        <p:spPr>
          <a:xfrm rot="5400000">
            <a:off x="5323682" y="6020595"/>
            <a:ext cx="184150" cy="674687"/>
          </a:xfrm>
          <a:prstGeom prst="bentConnector3">
            <a:avLst>
              <a:gd name="adj1" fmla="val 50000"/>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47" name="Shape 146">
            <a:extLst>
              <a:ext uri="{FF2B5EF4-FFF2-40B4-BE49-F238E27FC236}">
                <a16:creationId xmlns:a16="http://schemas.microsoft.com/office/drawing/2014/main" id="{9EDE544F-A0A9-B33B-4975-8C7DAD3C5F25}"/>
              </a:ext>
            </a:extLst>
          </p:cNvPr>
          <p:cNvCxnSpPr>
            <a:stCxn id="88" idx="2"/>
            <a:endCxn id="220" idx="1"/>
          </p:cNvCxnSpPr>
          <p:nvPr/>
        </p:nvCxnSpPr>
        <p:spPr>
          <a:xfrm rot="5400000">
            <a:off x="3744120" y="5131595"/>
            <a:ext cx="352425" cy="769937"/>
          </a:xfrm>
          <a:prstGeom prst="bentConnector4">
            <a:avLst>
              <a:gd name="adj1" fmla="val 24705"/>
              <a:gd name="adj2" fmla="val 129720"/>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50" name="Shape 149">
            <a:extLst>
              <a:ext uri="{FF2B5EF4-FFF2-40B4-BE49-F238E27FC236}">
                <a16:creationId xmlns:a16="http://schemas.microsoft.com/office/drawing/2014/main" id="{520A1322-17F4-B2A1-BBD5-4835452FA367}"/>
              </a:ext>
            </a:extLst>
          </p:cNvPr>
          <p:cNvCxnSpPr>
            <a:stCxn id="88" idx="2"/>
            <a:endCxn id="265" idx="1"/>
          </p:cNvCxnSpPr>
          <p:nvPr/>
        </p:nvCxnSpPr>
        <p:spPr>
          <a:xfrm rot="5400000">
            <a:off x="3592513" y="5291138"/>
            <a:ext cx="663575" cy="762000"/>
          </a:xfrm>
          <a:prstGeom prst="bentConnector4">
            <a:avLst>
              <a:gd name="adj1" fmla="val 20025"/>
              <a:gd name="adj2" fmla="val 130030"/>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56" name="Shape 155">
            <a:extLst>
              <a:ext uri="{FF2B5EF4-FFF2-40B4-BE49-F238E27FC236}">
                <a16:creationId xmlns:a16="http://schemas.microsoft.com/office/drawing/2014/main" id="{402F8492-DBBE-ECB9-EEBF-B37256FC2B08}"/>
              </a:ext>
            </a:extLst>
          </p:cNvPr>
          <p:cNvCxnSpPr>
            <a:stCxn id="88" idx="2"/>
            <a:endCxn id="263" idx="1"/>
          </p:cNvCxnSpPr>
          <p:nvPr/>
        </p:nvCxnSpPr>
        <p:spPr>
          <a:xfrm rot="5400000">
            <a:off x="2929731" y="4328319"/>
            <a:ext cx="363538" cy="2387600"/>
          </a:xfrm>
          <a:prstGeom prst="bentConnector4">
            <a:avLst>
              <a:gd name="adj1" fmla="val 35595"/>
              <a:gd name="adj2" fmla="val 109572"/>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62" name="Shape 161">
            <a:extLst>
              <a:ext uri="{FF2B5EF4-FFF2-40B4-BE49-F238E27FC236}">
                <a16:creationId xmlns:a16="http://schemas.microsoft.com/office/drawing/2014/main" id="{0F346644-793C-B720-5154-DD17971C7DA6}"/>
              </a:ext>
            </a:extLst>
          </p:cNvPr>
          <p:cNvCxnSpPr>
            <a:stCxn id="88" idx="2"/>
            <a:endCxn id="287" idx="1"/>
          </p:cNvCxnSpPr>
          <p:nvPr/>
        </p:nvCxnSpPr>
        <p:spPr>
          <a:xfrm rot="5400000">
            <a:off x="2777331" y="4480719"/>
            <a:ext cx="668338" cy="2387600"/>
          </a:xfrm>
          <a:prstGeom prst="bentConnector4">
            <a:avLst>
              <a:gd name="adj1" fmla="val 20274"/>
              <a:gd name="adj2" fmla="val 109572"/>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67" name="Shape 166">
            <a:extLst>
              <a:ext uri="{FF2B5EF4-FFF2-40B4-BE49-F238E27FC236}">
                <a16:creationId xmlns:a16="http://schemas.microsoft.com/office/drawing/2014/main" id="{604D1E32-02CF-8D16-DAF7-44DEA8864745}"/>
              </a:ext>
            </a:extLst>
          </p:cNvPr>
          <p:cNvCxnSpPr>
            <a:stCxn id="88" idx="2"/>
            <a:endCxn id="288" idx="1"/>
          </p:cNvCxnSpPr>
          <p:nvPr/>
        </p:nvCxnSpPr>
        <p:spPr>
          <a:xfrm rot="5400000">
            <a:off x="2624931" y="4633119"/>
            <a:ext cx="973138" cy="2387600"/>
          </a:xfrm>
          <a:prstGeom prst="bentConnector4">
            <a:avLst>
              <a:gd name="adj1" fmla="val 14551"/>
              <a:gd name="adj2" fmla="val 109572"/>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72" name="Shape 171">
            <a:extLst>
              <a:ext uri="{FF2B5EF4-FFF2-40B4-BE49-F238E27FC236}">
                <a16:creationId xmlns:a16="http://schemas.microsoft.com/office/drawing/2014/main" id="{01807EF0-CAFF-879C-6B83-72A152C7A4AA}"/>
              </a:ext>
            </a:extLst>
          </p:cNvPr>
          <p:cNvCxnSpPr>
            <a:stCxn id="88" idx="2"/>
            <a:endCxn id="290" idx="1"/>
          </p:cNvCxnSpPr>
          <p:nvPr/>
        </p:nvCxnSpPr>
        <p:spPr>
          <a:xfrm rot="5400000">
            <a:off x="2472531" y="4785519"/>
            <a:ext cx="1277938" cy="2387600"/>
          </a:xfrm>
          <a:prstGeom prst="bentConnector4">
            <a:avLst>
              <a:gd name="adj1" fmla="val 10126"/>
              <a:gd name="adj2" fmla="val 109572"/>
            </a:avLst>
          </a:prstGeom>
          <a:ln>
            <a:tailEnd type="arrow"/>
          </a:ln>
        </p:spPr>
        <p:style>
          <a:lnRef idx="1">
            <a:schemeClr val="accent1"/>
          </a:lnRef>
          <a:fillRef idx="0">
            <a:schemeClr val="accent1"/>
          </a:fillRef>
          <a:effectRef idx="0">
            <a:schemeClr val="accent1"/>
          </a:effectRef>
          <a:fontRef idx="minor">
            <a:schemeClr val="tx1"/>
          </a:fontRef>
        </p:style>
      </p:cxnSp>
      <p:sp>
        <p:nvSpPr>
          <p:cNvPr id="146" name="Flowchart: Direct Access Storage 145">
            <a:extLst>
              <a:ext uri="{FF2B5EF4-FFF2-40B4-BE49-F238E27FC236}">
                <a16:creationId xmlns:a16="http://schemas.microsoft.com/office/drawing/2014/main" id="{8440A3EB-AEB4-1B87-9550-17D7005C90AD}"/>
              </a:ext>
            </a:extLst>
          </p:cNvPr>
          <p:cNvSpPr/>
          <p:nvPr/>
        </p:nvSpPr>
        <p:spPr>
          <a:xfrm>
            <a:off x="2667000" y="3313113"/>
            <a:ext cx="1143000" cy="381000"/>
          </a:xfrm>
          <a:prstGeom prst="flowChartMagneticDrum">
            <a:avLst/>
          </a:prstGeom>
          <a:gradFill>
            <a:gsLst>
              <a:gs pos="0">
                <a:srgbClr val="DDEBCF"/>
              </a:gs>
              <a:gs pos="50000">
                <a:srgbClr val="9CB86E"/>
              </a:gs>
              <a:gs pos="100000">
                <a:srgbClr val="156B13"/>
              </a:gs>
            </a:gsLst>
            <a:lin ang="5400000" scaled="0"/>
          </a:gra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dirty="0"/>
          </a:p>
        </p:txBody>
      </p:sp>
      <p:sp>
        <p:nvSpPr>
          <p:cNvPr id="5256" name="TextBox 51">
            <a:extLst>
              <a:ext uri="{FF2B5EF4-FFF2-40B4-BE49-F238E27FC236}">
                <a16:creationId xmlns:a16="http://schemas.microsoft.com/office/drawing/2014/main" id="{CC80DFD6-8AAC-6A1C-F465-12091434EE45}"/>
              </a:ext>
            </a:extLst>
          </p:cNvPr>
          <p:cNvSpPr txBox="1">
            <a:spLocks noChangeArrowheads="1"/>
          </p:cNvSpPr>
          <p:nvPr/>
        </p:nvSpPr>
        <p:spPr bwMode="auto">
          <a:xfrm>
            <a:off x="2789238" y="3389313"/>
            <a:ext cx="762000" cy="215900"/>
          </a:xfrm>
          <a:prstGeom prst="rect">
            <a:avLst/>
          </a:prstGeom>
          <a:gradFill rotWithShape="0">
            <a:gsLst>
              <a:gs pos="0">
                <a:srgbClr val="DDEBCF"/>
              </a:gs>
              <a:gs pos="50000">
                <a:srgbClr val="9CB86E"/>
              </a:gs>
              <a:gs pos="100000">
                <a:srgbClr val="156B13"/>
              </a:gs>
            </a:gsLst>
            <a:lin ang="5400000"/>
          </a:gradFill>
          <a:ln w="9525" cap="rnd">
            <a:solidFill>
              <a:schemeClr val="accent1"/>
            </a:solidFill>
            <a:miter lim="800000"/>
            <a:headEnd/>
            <a:tailEnd/>
          </a:ln>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n-US" altLang="en-US" sz="800" dirty="0">
                <a:solidFill>
                  <a:srgbClr val="FFFF00"/>
                </a:solidFill>
                <a:latin typeface="Calibri" panose="020F0502020204030204" pitchFamily="34" charset="0"/>
              </a:rPr>
              <a:t>LCLSTRCTL</a:t>
            </a:r>
            <a:endParaRPr lang="en-US" altLang="en-US" sz="800" dirty="0">
              <a:latin typeface="Calibri" panose="020F0502020204030204" pitchFamily="34" charset="0"/>
            </a:endParaRPr>
          </a:p>
        </p:txBody>
      </p:sp>
      <p:cxnSp>
        <p:nvCxnSpPr>
          <p:cNvPr id="158" name="Elbow Connector 157">
            <a:extLst>
              <a:ext uri="{FF2B5EF4-FFF2-40B4-BE49-F238E27FC236}">
                <a16:creationId xmlns:a16="http://schemas.microsoft.com/office/drawing/2014/main" id="{FDCD88E9-B69A-306A-C504-3B1706489938}"/>
              </a:ext>
            </a:extLst>
          </p:cNvPr>
          <p:cNvCxnSpPr>
            <a:stCxn id="28" idx="2"/>
            <a:endCxn id="146" idx="4"/>
          </p:cNvCxnSpPr>
          <p:nvPr/>
        </p:nvCxnSpPr>
        <p:spPr>
          <a:xfrm rot="16200000" flipH="1">
            <a:off x="3650487" y="3344099"/>
            <a:ext cx="131703" cy="187325"/>
          </a:xfrm>
          <a:prstGeom prst="bentConnector4">
            <a:avLst>
              <a:gd name="adj1" fmla="val 418216"/>
              <a:gd name="adj2" fmla="val 345763"/>
            </a:avLst>
          </a:prstGeom>
          <a:ln>
            <a:tailEnd type="arrow"/>
          </a:ln>
        </p:spPr>
        <p:style>
          <a:lnRef idx="1">
            <a:schemeClr val="accent1"/>
          </a:lnRef>
          <a:fillRef idx="0">
            <a:schemeClr val="accent1"/>
          </a:fillRef>
          <a:effectRef idx="0">
            <a:schemeClr val="accent1"/>
          </a:effectRef>
          <a:fontRef idx="minor">
            <a:schemeClr val="tx1"/>
          </a:fontRef>
        </p:style>
      </p:cxnSp>
      <p:sp>
        <p:nvSpPr>
          <p:cNvPr id="155" name="TextBox 154">
            <a:extLst>
              <a:ext uri="{FF2B5EF4-FFF2-40B4-BE49-F238E27FC236}">
                <a16:creationId xmlns:a16="http://schemas.microsoft.com/office/drawing/2014/main" id="{FF1B07D4-6C82-79FB-C3B4-58C932595471}"/>
              </a:ext>
            </a:extLst>
          </p:cNvPr>
          <p:cNvSpPr txBox="1"/>
          <p:nvPr/>
        </p:nvSpPr>
        <p:spPr>
          <a:xfrm>
            <a:off x="4419600" y="1219201"/>
            <a:ext cx="2133600" cy="584775"/>
          </a:xfrm>
          <a:prstGeom prst="rect">
            <a:avLst/>
          </a:prstGeom>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a:ln cap="rnd">
            <a:solidFill>
              <a:schemeClr val="accent1"/>
            </a:solidFill>
          </a:ln>
        </p:spPr>
        <p:txBody>
          <a:bodyPr>
            <a:spAutoFit/>
          </a:bodyPr>
          <a:lstStyle/>
          <a:p>
            <a:pPr>
              <a:defRPr/>
            </a:pPr>
            <a:r>
              <a:rPr lang="en-US" sz="800" b="1" dirty="0">
                <a:solidFill>
                  <a:srgbClr val="7030A0"/>
                </a:solidFill>
              </a:rPr>
              <a:t>Host IFS (Nu bridge decryption) Used by EODBPOPCC!,EODBPOPCC2, POSB305, POSB310,  POSB317, POSB321 and POSB350</a:t>
            </a:r>
          </a:p>
        </p:txBody>
      </p:sp>
      <p:cxnSp>
        <p:nvCxnSpPr>
          <p:cNvPr id="169" name="Elbow Connector 168">
            <a:extLst>
              <a:ext uri="{FF2B5EF4-FFF2-40B4-BE49-F238E27FC236}">
                <a16:creationId xmlns:a16="http://schemas.microsoft.com/office/drawing/2014/main" id="{5824708E-1934-2C6D-2275-2F71583F3E9A}"/>
              </a:ext>
            </a:extLst>
          </p:cNvPr>
          <p:cNvCxnSpPr>
            <a:stCxn id="60" idx="2"/>
            <a:endCxn id="28" idx="0"/>
          </p:cNvCxnSpPr>
          <p:nvPr/>
        </p:nvCxnSpPr>
        <p:spPr>
          <a:xfrm rot="16200000" flipH="1">
            <a:off x="2667795" y="2016919"/>
            <a:ext cx="725487" cy="1184275"/>
          </a:xfrm>
          <a:prstGeom prst="bentConnector3">
            <a:avLst>
              <a:gd name="adj1" fmla="val 50000"/>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73" name="Shape 172">
            <a:extLst>
              <a:ext uri="{FF2B5EF4-FFF2-40B4-BE49-F238E27FC236}">
                <a16:creationId xmlns:a16="http://schemas.microsoft.com/office/drawing/2014/main" id="{1B659B7D-049C-64BC-4CAA-9008C416AB16}"/>
              </a:ext>
            </a:extLst>
          </p:cNvPr>
          <p:cNvCxnSpPr>
            <a:stCxn id="72" idx="2"/>
            <a:endCxn id="28" idx="0"/>
          </p:cNvCxnSpPr>
          <p:nvPr/>
        </p:nvCxnSpPr>
        <p:spPr>
          <a:xfrm rot="16200000" flipH="1">
            <a:off x="3375025" y="2724150"/>
            <a:ext cx="228600" cy="266700"/>
          </a:xfrm>
          <a:prstGeom prst="bentConnector3">
            <a:avLst>
              <a:gd name="adj1" fmla="val 50000"/>
            </a:avLst>
          </a:prstGeom>
          <a:ln>
            <a:headEnd type="arrow"/>
            <a:tailEnd type="arrow"/>
          </a:ln>
        </p:spPr>
        <p:style>
          <a:lnRef idx="1">
            <a:schemeClr val="accent1"/>
          </a:lnRef>
          <a:fillRef idx="0">
            <a:schemeClr val="accent1"/>
          </a:fillRef>
          <a:effectRef idx="0">
            <a:schemeClr val="accent1"/>
          </a:effectRef>
          <a:fontRef idx="minor">
            <a:schemeClr val="tx1"/>
          </a:fontRef>
        </p:style>
      </p:cxnSp>
      <p:sp>
        <p:nvSpPr>
          <p:cNvPr id="192" name="TextBox 191">
            <a:extLst>
              <a:ext uri="{FF2B5EF4-FFF2-40B4-BE49-F238E27FC236}">
                <a16:creationId xmlns:a16="http://schemas.microsoft.com/office/drawing/2014/main" id="{CA15FD08-B704-45FE-B5E3-88CAA265C7F6}"/>
              </a:ext>
            </a:extLst>
          </p:cNvPr>
          <p:cNvSpPr txBox="1"/>
          <p:nvPr/>
        </p:nvSpPr>
        <p:spPr>
          <a:xfrm>
            <a:off x="9372600" y="457200"/>
            <a:ext cx="914400" cy="338138"/>
          </a:xfrm>
          <a:prstGeom prst="rect">
            <a:avLst/>
          </a:prstGeom>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a:ln cap="rnd">
            <a:solidFill>
              <a:schemeClr val="accent1"/>
            </a:solidFill>
          </a:ln>
        </p:spPr>
        <p:txBody>
          <a:bodyPr>
            <a:spAutoFit/>
          </a:bodyPr>
          <a:lstStyle/>
          <a:p>
            <a:pPr algn="ctr">
              <a:defRPr/>
            </a:pPr>
            <a:r>
              <a:rPr lang="en-US" sz="800" dirty="0">
                <a:solidFill>
                  <a:srgbClr val="7030A0"/>
                </a:solidFill>
              </a:rPr>
              <a:t>Existing Job/Program</a:t>
            </a:r>
          </a:p>
        </p:txBody>
      </p:sp>
      <p:sp>
        <p:nvSpPr>
          <p:cNvPr id="193" name="Flowchart: Direct Access Storage 192">
            <a:extLst>
              <a:ext uri="{FF2B5EF4-FFF2-40B4-BE49-F238E27FC236}">
                <a16:creationId xmlns:a16="http://schemas.microsoft.com/office/drawing/2014/main" id="{B79DCD7E-82E6-B3BA-F160-8C1C0C77F5E3}"/>
              </a:ext>
            </a:extLst>
          </p:cNvPr>
          <p:cNvSpPr/>
          <p:nvPr/>
        </p:nvSpPr>
        <p:spPr>
          <a:xfrm>
            <a:off x="9296400" y="914400"/>
            <a:ext cx="1143000" cy="381000"/>
          </a:xfrm>
          <a:prstGeom prst="flowChartMagneticDrum">
            <a:avLst/>
          </a:prstGeom>
          <a:gradFill>
            <a:gsLst>
              <a:gs pos="0">
                <a:srgbClr val="DDEBCF"/>
              </a:gs>
              <a:gs pos="50000">
                <a:srgbClr val="9CB86E"/>
              </a:gs>
              <a:gs pos="100000">
                <a:srgbClr val="156B13"/>
              </a:gs>
            </a:gsLst>
            <a:lin ang="5400000" scaled="0"/>
          </a:gra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dirty="0"/>
          </a:p>
        </p:txBody>
      </p:sp>
      <p:sp>
        <p:nvSpPr>
          <p:cNvPr id="5263" name="TextBox 9">
            <a:extLst>
              <a:ext uri="{FF2B5EF4-FFF2-40B4-BE49-F238E27FC236}">
                <a16:creationId xmlns:a16="http://schemas.microsoft.com/office/drawing/2014/main" id="{8F2D44A6-3A2F-F40A-2A35-FA32F56F1E59}"/>
              </a:ext>
            </a:extLst>
          </p:cNvPr>
          <p:cNvSpPr txBox="1">
            <a:spLocks noChangeArrowheads="1"/>
          </p:cNvSpPr>
          <p:nvPr/>
        </p:nvSpPr>
        <p:spPr bwMode="auto">
          <a:xfrm>
            <a:off x="9372600" y="990600"/>
            <a:ext cx="762000" cy="215900"/>
          </a:xfrm>
          <a:prstGeom prst="rect">
            <a:avLst/>
          </a:prstGeom>
          <a:gradFill rotWithShape="0">
            <a:gsLst>
              <a:gs pos="0">
                <a:srgbClr val="DDEBCF"/>
              </a:gs>
              <a:gs pos="50000">
                <a:srgbClr val="9CB86E"/>
              </a:gs>
              <a:gs pos="100000">
                <a:srgbClr val="156B13"/>
              </a:gs>
            </a:gsLst>
            <a:lin ang="5400000"/>
          </a:gradFill>
          <a:ln w="9525" cap="rnd">
            <a:solidFill>
              <a:schemeClr val="accent1"/>
            </a:solidFill>
            <a:miter lim="800000"/>
            <a:headEnd/>
            <a:tailEnd/>
          </a:ln>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n-US" altLang="en-US" sz="800" dirty="0">
                <a:solidFill>
                  <a:srgbClr val="FFFF00"/>
                </a:solidFill>
                <a:latin typeface="Calibri" panose="020F0502020204030204" pitchFamily="34" charset="0"/>
              </a:rPr>
              <a:t>Existing table</a:t>
            </a:r>
          </a:p>
        </p:txBody>
      </p:sp>
      <p:sp>
        <p:nvSpPr>
          <p:cNvPr id="200" name="L-Shape 199">
            <a:extLst>
              <a:ext uri="{FF2B5EF4-FFF2-40B4-BE49-F238E27FC236}">
                <a16:creationId xmlns:a16="http://schemas.microsoft.com/office/drawing/2014/main" id="{2DB5527F-E423-2D8A-8BB5-609AFC1CE834}"/>
              </a:ext>
            </a:extLst>
          </p:cNvPr>
          <p:cNvSpPr/>
          <p:nvPr/>
        </p:nvSpPr>
        <p:spPr>
          <a:xfrm>
            <a:off x="9220200" y="0"/>
            <a:ext cx="1371600" cy="1447800"/>
          </a:xfrm>
          <a:prstGeom prst="corner">
            <a:avLst>
              <a:gd name="adj1" fmla="val 4667"/>
              <a:gd name="adj2" fmla="val 2667"/>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dirty="0"/>
          </a:p>
        </p:txBody>
      </p:sp>
      <p:sp>
        <p:nvSpPr>
          <p:cNvPr id="202" name="TextBox 201">
            <a:extLst>
              <a:ext uri="{FF2B5EF4-FFF2-40B4-BE49-F238E27FC236}">
                <a16:creationId xmlns:a16="http://schemas.microsoft.com/office/drawing/2014/main" id="{6D9E4FA9-2F2D-6F8D-424B-677A3FB24248}"/>
              </a:ext>
            </a:extLst>
          </p:cNvPr>
          <p:cNvSpPr txBox="1"/>
          <p:nvPr/>
        </p:nvSpPr>
        <p:spPr>
          <a:xfrm>
            <a:off x="9372600" y="152400"/>
            <a:ext cx="1219200" cy="230188"/>
          </a:xfrm>
          <a:prstGeom prst="rect">
            <a:avLst/>
          </a:prstGeom>
          <a:noFill/>
        </p:spPr>
        <p:txBody>
          <a:bodyPr>
            <a:spAutoFit/>
          </a:bodyPr>
          <a:lstStyle/>
          <a:p>
            <a:pPr>
              <a:defRPr/>
            </a:pPr>
            <a:r>
              <a:rPr lang="en-US" sz="900" dirty="0">
                <a:solidFill>
                  <a:schemeClr val="accent6"/>
                </a:solidFill>
                <a:latin typeface="Arial" charset="0"/>
              </a:rPr>
              <a:t>C</a:t>
            </a:r>
            <a:r>
              <a:rPr lang="en-US" sz="900" dirty="0">
                <a:solidFill>
                  <a:schemeClr val="accent5"/>
                </a:solidFill>
                <a:latin typeface="Arial" charset="0"/>
              </a:rPr>
              <a:t>O</a:t>
            </a:r>
            <a:r>
              <a:rPr lang="en-US" sz="900" dirty="0">
                <a:solidFill>
                  <a:schemeClr val="accent4"/>
                </a:solidFill>
                <a:latin typeface="Arial" charset="0"/>
              </a:rPr>
              <a:t>L</a:t>
            </a:r>
            <a:r>
              <a:rPr lang="en-US" sz="900" dirty="0">
                <a:solidFill>
                  <a:schemeClr val="accent3"/>
                </a:solidFill>
                <a:latin typeface="Arial" charset="0"/>
              </a:rPr>
              <a:t>O</a:t>
            </a:r>
            <a:r>
              <a:rPr lang="en-US" sz="900" b="1" dirty="0">
                <a:solidFill>
                  <a:schemeClr val="tx2"/>
                </a:solidFill>
                <a:latin typeface="Arial" charset="0"/>
              </a:rPr>
              <a:t>R </a:t>
            </a:r>
            <a:r>
              <a:rPr lang="en-US" sz="900" b="1" dirty="0">
                <a:latin typeface="Arial" charset="0"/>
              </a:rPr>
              <a:t>LEGEND</a:t>
            </a:r>
            <a:endParaRPr lang="en-US" sz="900" b="1" dirty="0">
              <a:solidFill>
                <a:schemeClr val="tx2"/>
              </a:solidFill>
              <a:latin typeface="Arial" charset="0"/>
            </a:endParaRPr>
          </a:p>
        </p:txBody>
      </p:sp>
      <p:sp>
        <p:nvSpPr>
          <p:cNvPr id="5266" name="TextBox 202">
            <a:extLst>
              <a:ext uri="{FF2B5EF4-FFF2-40B4-BE49-F238E27FC236}">
                <a16:creationId xmlns:a16="http://schemas.microsoft.com/office/drawing/2014/main" id="{9927D22E-FD1A-6144-025E-7140F10B2FDE}"/>
              </a:ext>
            </a:extLst>
          </p:cNvPr>
          <p:cNvSpPr txBox="1">
            <a:spLocks noChangeArrowheads="1"/>
          </p:cNvSpPr>
          <p:nvPr/>
        </p:nvSpPr>
        <p:spPr bwMode="auto">
          <a:xfrm>
            <a:off x="1676400" y="152401"/>
            <a:ext cx="1219200" cy="276225"/>
          </a:xfrm>
          <a:prstGeom prst="rect">
            <a:avLst/>
          </a:prstGeom>
          <a:gradFill rotWithShape="0">
            <a:gsLst>
              <a:gs pos="0">
                <a:srgbClr val="FFF200"/>
              </a:gs>
              <a:gs pos="45000">
                <a:srgbClr val="FF7A00"/>
              </a:gs>
              <a:gs pos="70000">
                <a:srgbClr val="FF0300"/>
              </a:gs>
              <a:gs pos="100000">
                <a:srgbClr val="4D0808"/>
              </a:gs>
            </a:gsLst>
            <a:lin ang="5400000"/>
          </a:gra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sz="1200" dirty="0"/>
              <a:t>Current Flow</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4EAFC6AD-384E-C23A-CB4E-AF5B134E3ABB}"/>
              </a:ext>
            </a:extLst>
          </p:cNvPr>
          <p:cNvSpPr txBox="1"/>
          <p:nvPr/>
        </p:nvSpPr>
        <p:spPr>
          <a:xfrm>
            <a:off x="4191000" y="1219201"/>
            <a:ext cx="2133600" cy="584775"/>
          </a:xfrm>
          <a:prstGeom prst="rect">
            <a:avLst/>
          </a:prstGeom>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a:ln cap="rnd">
            <a:solidFill>
              <a:schemeClr val="accent1"/>
            </a:solidFill>
          </a:ln>
        </p:spPr>
        <p:txBody>
          <a:bodyPr>
            <a:spAutoFit/>
          </a:bodyPr>
          <a:lstStyle/>
          <a:p>
            <a:pPr>
              <a:defRPr/>
            </a:pPr>
            <a:r>
              <a:rPr lang="en-US" sz="800" b="1" dirty="0">
                <a:solidFill>
                  <a:srgbClr val="7030A0"/>
                </a:solidFill>
              </a:rPr>
              <a:t>Host IFS (Nu bridge decryption) Used by EODBPOPCC!,EODBPOPCC2, POSB305, POSB310,  POSB317, POSB321 and POSB350</a:t>
            </a:r>
          </a:p>
        </p:txBody>
      </p:sp>
      <p:sp>
        <p:nvSpPr>
          <p:cNvPr id="9" name="Flowchart: Direct Access Storage 8">
            <a:extLst>
              <a:ext uri="{FF2B5EF4-FFF2-40B4-BE49-F238E27FC236}">
                <a16:creationId xmlns:a16="http://schemas.microsoft.com/office/drawing/2014/main" id="{6A79DEAB-9C59-1153-E26C-5D2FB019C779}"/>
              </a:ext>
            </a:extLst>
          </p:cNvPr>
          <p:cNvSpPr/>
          <p:nvPr/>
        </p:nvSpPr>
        <p:spPr>
          <a:xfrm>
            <a:off x="5410200" y="2143125"/>
            <a:ext cx="1066800" cy="381000"/>
          </a:xfrm>
          <a:prstGeom prst="flowChartMagneticDrum">
            <a:avLst/>
          </a:prstGeom>
          <a:gradFill>
            <a:gsLst>
              <a:gs pos="0">
                <a:srgbClr val="DDEBCF"/>
              </a:gs>
              <a:gs pos="50000">
                <a:srgbClr val="9CB86E"/>
              </a:gs>
              <a:gs pos="100000">
                <a:srgbClr val="156B13"/>
              </a:gs>
            </a:gsLst>
            <a:lin ang="5400000" scaled="0"/>
          </a:gra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dirty="0"/>
          </a:p>
        </p:txBody>
      </p:sp>
      <p:sp>
        <p:nvSpPr>
          <p:cNvPr id="6148" name="TextBox 9">
            <a:extLst>
              <a:ext uri="{FF2B5EF4-FFF2-40B4-BE49-F238E27FC236}">
                <a16:creationId xmlns:a16="http://schemas.microsoft.com/office/drawing/2014/main" id="{5A2F7CD9-CE15-53DA-9BF4-FF4B065BECBE}"/>
              </a:ext>
            </a:extLst>
          </p:cNvPr>
          <p:cNvSpPr txBox="1">
            <a:spLocks noChangeArrowheads="1"/>
          </p:cNvSpPr>
          <p:nvPr/>
        </p:nvSpPr>
        <p:spPr bwMode="auto">
          <a:xfrm>
            <a:off x="5486400" y="2219326"/>
            <a:ext cx="609600" cy="214313"/>
          </a:xfrm>
          <a:prstGeom prst="rect">
            <a:avLst/>
          </a:prstGeom>
          <a:gradFill rotWithShape="0">
            <a:gsLst>
              <a:gs pos="0">
                <a:srgbClr val="DDEBCF"/>
              </a:gs>
              <a:gs pos="50000">
                <a:srgbClr val="9CB86E"/>
              </a:gs>
              <a:gs pos="100000">
                <a:srgbClr val="156B13"/>
              </a:gs>
            </a:gsLst>
            <a:lin ang="5400000"/>
          </a:gradFill>
          <a:ln w="9525" cap="rnd">
            <a:solidFill>
              <a:schemeClr val="accent1"/>
            </a:solidFill>
            <a:miter lim="800000"/>
            <a:headEnd/>
            <a:tailEnd/>
          </a:ln>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n-US" altLang="en-US" sz="800" dirty="0">
                <a:solidFill>
                  <a:srgbClr val="FFFF00"/>
                </a:solidFill>
                <a:latin typeface="Calibri" panose="020F0502020204030204" pitchFamily="34" charset="0"/>
              </a:rPr>
              <a:t>POSP015</a:t>
            </a:r>
          </a:p>
        </p:txBody>
      </p:sp>
      <p:sp>
        <p:nvSpPr>
          <p:cNvPr id="11" name="Flowchart: Direct Access Storage 10">
            <a:extLst>
              <a:ext uri="{FF2B5EF4-FFF2-40B4-BE49-F238E27FC236}">
                <a16:creationId xmlns:a16="http://schemas.microsoft.com/office/drawing/2014/main" id="{D19837E1-FF8B-7F2B-7D23-55E1376F6001}"/>
              </a:ext>
            </a:extLst>
          </p:cNvPr>
          <p:cNvSpPr/>
          <p:nvPr/>
        </p:nvSpPr>
        <p:spPr>
          <a:xfrm>
            <a:off x="5410200" y="2657475"/>
            <a:ext cx="1143000" cy="381000"/>
          </a:xfrm>
          <a:prstGeom prst="flowChartMagneticDrum">
            <a:avLst/>
          </a:prstGeom>
          <a:gradFill>
            <a:gsLst>
              <a:gs pos="0">
                <a:srgbClr val="DDEBCF"/>
              </a:gs>
              <a:gs pos="50000">
                <a:srgbClr val="9CB86E"/>
              </a:gs>
              <a:gs pos="100000">
                <a:srgbClr val="156B13"/>
              </a:gs>
            </a:gsLst>
            <a:lin ang="5400000" scaled="0"/>
          </a:gra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dirty="0"/>
          </a:p>
        </p:txBody>
      </p:sp>
      <p:sp>
        <p:nvSpPr>
          <p:cNvPr id="6150" name="TextBox 11">
            <a:extLst>
              <a:ext uri="{FF2B5EF4-FFF2-40B4-BE49-F238E27FC236}">
                <a16:creationId xmlns:a16="http://schemas.microsoft.com/office/drawing/2014/main" id="{50D3929F-23FB-921C-732A-965549CF2898}"/>
              </a:ext>
            </a:extLst>
          </p:cNvPr>
          <p:cNvSpPr txBox="1">
            <a:spLocks noChangeArrowheads="1"/>
          </p:cNvSpPr>
          <p:nvPr/>
        </p:nvSpPr>
        <p:spPr bwMode="auto">
          <a:xfrm>
            <a:off x="5486400" y="2733675"/>
            <a:ext cx="685800" cy="215900"/>
          </a:xfrm>
          <a:prstGeom prst="rect">
            <a:avLst/>
          </a:prstGeom>
          <a:gradFill rotWithShape="0">
            <a:gsLst>
              <a:gs pos="0">
                <a:srgbClr val="DDEBCF"/>
              </a:gs>
              <a:gs pos="50000">
                <a:srgbClr val="9CB86E"/>
              </a:gs>
              <a:gs pos="100000">
                <a:srgbClr val="156B13"/>
              </a:gs>
            </a:gsLst>
            <a:lin ang="5400000"/>
          </a:gradFill>
          <a:ln w="9525" cap="rnd">
            <a:solidFill>
              <a:schemeClr val="accent1"/>
            </a:solidFill>
            <a:miter lim="800000"/>
            <a:headEnd/>
            <a:tailEnd/>
          </a:ln>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n-US" altLang="en-US" sz="800" dirty="0">
                <a:solidFill>
                  <a:srgbClr val="FFFF00"/>
                </a:solidFill>
                <a:latin typeface="Calibri" panose="020F0502020204030204" pitchFamily="34" charset="0"/>
              </a:rPr>
              <a:t>POSP015CP</a:t>
            </a:r>
          </a:p>
        </p:txBody>
      </p:sp>
      <p:sp>
        <p:nvSpPr>
          <p:cNvPr id="27" name="TextBox 26">
            <a:extLst>
              <a:ext uri="{FF2B5EF4-FFF2-40B4-BE49-F238E27FC236}">
                <a16:creationId xmlns:a16="http://schemas.microsoft.com/office/drawing/2014/main" id="{2B1C4BEA-5059-9D47-161E-17AF247C458F}"/>
              </a:ext>
            </a:extLst>
          </p:cNvPr>
          <p:cNvSpPr txBox="1"/>
          <p:nvPr/>
        </p:nvSpPr>
        <p:spPr>
          <a:xfrm>
            <a:off x="2193925" y="2971800"/>
            <a:ext cx="838200" cy="400110"/>
          </a:xfrm>
          <a:prstGeom prst="rect">
            <a:avLst/>
          </a:prstGeom>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a:ln cap="rnd">
            <a:solidFill>
              <a:schemeClr val="accent1"/>
            </a:solidFill>
          </a:ln>
        </p:spPr>
        <p:txBody>
          <a:bodyPr>
            <a:spAutoFit/>
          </a:bodyPr>
          <a:lstStyle/>
          <a:p>
            <a:pPr>
              <a:defRPr/>
            </a:pPr>
            <a:r>
              <a:rPr lang="en-US" sz="1000" b="1" dirty="0"/>
              <a:t>EODCSALES</a:t>
            </a:r>
          </a:p>
        </p:txBody>
      </p:sp>
      <p:sp>
        <p:nvSpPr>
          <p:cNvPr id="28" name="TextBox 27">
            <a:extLst>
              <a:ext uri="{FF2B5EF4-FFF2-40B4-BE49-F238E27FC236}">
                <a16:creationId xmlns:a16="http://schemas.microsoft.com/office/drawing/2014/main" id="{97896841-F43F-4251-BC19-820EC90B6493}"/>
              </a:ext>
            </a:extLst>
          </p:cNvPr>
          <p:cNvSpPr txBox="1"/>
          <p:nvPr/>
        </p:nvSpPr>
        <p:spPr>
          <a:xfrm>
            <a:off x="3203575" y="2971800"/>
            <a:ext cx="838200" cy="400110"/>
          </a:xfrm>
          <a:prstGeom prst="rect">
            <a:avLst/>
          </a:prstGeom>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a:ln cap="rnd">
            <a:solidFill>
              <a:schemeClr val="accent1"/>
            </a:solidFill>
          </a:ln>
        </p:spPr>
        <p:txBody>
          <a:bodyPr>
            <a:spAutoFit/>
          </a:bodyPr>
          <a:lstStyle/>
          <a:p>
            <a:pPr>
              <a:defRPr/>
            </a:pPr>
            <a:r>
              <a:rPr lang="en-US" sz="1000" b="1" dirty="0"/>
              <a:t>EODCRCVFIL</a:t>
            </a:r>
          </a:p>
        </p:txBody>
      </p:sp>
      <p:sp>
        <p:nvSpPr>
          <p:cNvPr id="29" name="TextBox 28">
            <a:extLst>
              <a:ext uri="{FF2B5EF4-FFF2-40B4-BE49-F238E27FC236}">
                <a16:creationId xmlns:a16="http://schemas.microsoft.com/office/drawing/2014/main" id="{5DB21EE6-8129-61E2-17D9-383C64AFF513}"/>
              </a:ext>
            </a:extLst>
          </p:cNvPr>
          <p:cNvSpPr txBox="1"/>
          <p:nvPr/>
        </p:nvSpPr>
        <p:spPr>
          <a:xfrm>
            <a:off x="4267200" y="2209800"/>
            <a:ext cx="914400" cy="400050"/>
          </a:xfrm>
          <a:prstGeom prst="rect">
            <a:avLst/>
          </a:prstGeom>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a:ln cap="rnd">
            <a:solidFill>
              <a:schemeClr val="accent1"/>
            </a:solidFill>
          </a:ln>
        </p:spPr>
        <p:txBody>
          <a:bodyPr>
            <a:spAutoFit/>
          </a:bodyPr>
          <a:lstStyle/>
          <a:p>
            <a:pPr algn="ctr">
              <a:defRPr/>
            </a:pPr>
            <a:r>
              <a:rPr lang="en-US" sz="1000" b="1" i="1" dirty="0"/>
              <a:t>EODBPOPCC1 EZBUY (88)</a:t>
            </a:r>
          </a:p>
        </p:txBody>
      </p:sp>
      <p:sp>
        <p:nvSpPr>
          <p:cNvPr id="30" name="TextBox 29">
            <a:extLst>
              <a:ext uri="{FF2B5EF4-FFF2-40B4-BE49-F238E27FC236}">
                <a16:creationId xmlns:a16="http://schemas.microsoft.com/office/drawing/2014/main" id="{9CB2E4B2-8B3E-80D4-5A4A-FC484787F9AF}"/>
              </a:ext>
            </a:extLst>
          </p:cNvPr>
          <p:cNvSpPr txBox="1"/>
          <p:nvPr/>
        </p:nvSpPr>
        <p:spPr>
          <a:xfrm>
            <a:off x="4267200" y="2667001"/>
            <a:ext cx="914400" cy="708025"/>
          </a:xfrm>
          <a:prstGeom prst="rect">
            <a:avLst/>
          </a:prstGeom>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a:ln cap="rnd">
            <a:solidFill>
              <a:schemeClr val="accent1"/>
            </a:solidFill>
          </a:ln>
        </p:spPr>
        <p:txBody>
          <a:bodyPr>
            <a:spAutoFit/>
          </a:bodyPr>
          <a:lstStyle/>
          <a:p>
            <a:pPr algn="ctr">
              <a:defRPr/>
            </a:pPr>
            <a:r>
              <a:rPr lang="en-US" sz="1000" b="1" i="1" dirty="0"/>
              <a:t>EODBPOPCC2 NON EZBUY(81)</a:t>
            </a:r>
          </a:p>
          <a:p>
            <a:pPr algn="ctr">
              <a:defRPr/>
            </a:pPr>
            <a:endParaRPr lang="en-US" sz="1000" b="1" i="1" dirty="0"/>
          </a:p>
        </p:txBody>
      </p:sp>
      <p:sp>
        <p:nvSpPr>
          <p:cNvPr id="31" name="TextBox 30">
            <a:extLst>
              <a:ext uri="{FF2B5EF4-FFF2-40B4-BE49-F238E27FC236}">
                <a16:creationId xmlns:a16="http://schemas.microsoft.com/office/drawing/2014/main" id="{DA870DCF-6BCA-6B3E-4438-88EE11CB79BF}"/>
              </a:ext>
            </a:extLst>
          </p:cNvPr>
          <p:cNvSpPr txBox="1"/>
          <p:nvPr/>
        </p:nvSpPr>
        <p:spPr>
          <a:xfrm>
            <a:off x="6781800" y="1622426"/>
            <a:ext cx="990600" cy="492125"/>
          </a:xfrm>
          <a:prstGeom prst="rect">
            <a:avLst/>
          </a:prstGeom>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a:ln cap="rnd">
            <a:solidFill>
              <a:schemeClr val="accent1"/>
            </a:solidFill>
          </a:ln>
        </p:spPr>
        <p:txBody>
          <a:bodyPr>
            <a:spAutoFit/>
          </a:bodyPr>
          <a:lstStyle/>
          <a:p>
            <a:pPr>
              <a:defRPr/>
            </a:pPr>
            <a:r>
              <a:rPr lang="en-US" sz="1000" b="1" i="1" dirty="0"/>
              <a:t>POSB105 </a:t>
            </a:r>
          </a:p>
          <a:p>
            <a:pPr>
              <a:defRPr/>
            </a:pPr>
            <a:r>
              <a:rPr lang="en-US" sz="800" b="1" i="1" dirty="0"/>
              <a:t>Copy 15 to 16 and 19 to 20 for ....</a:t>
            </a:r>
          </a:p>
        </p:txBody>
      </p:sp>
      <p:sp>
        <p:nvSpPr>
          <p:cNvPr id="34" name="Flowchart: Direct Access Storage 33">
            <a:extLst>
              <a:ext uri="{FF2B5EF4-FFF2-40B4-BE49-F238E27FC236}">
                <a16:creationId xmlns:a16="http://schemas.microsoft.com/office/drawing/2014/main" id="{6326EAE3-693F-1427-5B0A-461F52D57832}"/>
              </a:ext>
            </a:extLst>
          </p:cNvPr>
          <p:cNvSpPr/>
          <p:nvPr/>
        </p:nvSpPr>
        <p:spPr>
          <a:xfrm>
            <a:off x="8077200" y="1066800"/>
            <a:ext cx="1066800" cy="381000"/>
          </a:xfrm>
          <a:prstGeom prst="flowChartMagneticDrum">
            <a:avLst/>
          </a:prstGeom>
          <a:gradFill>
            <a:gsLst>
              <a:gs pos="0">
                <a:srgbClr val="DDEBCF"/>
              </a:gs>
              <a:gs pos="50000">
                <a:srgbClr val="9CB86E"/>
              </a:gs>
              <a:gs pos="100000">
                <a:srgbClr val="156B13"/>
              </a:gs>
            </a:gsLst>
            <a:lin ang="5400000" scaled="0"/>
          </a:gra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dirty="0"/>
          </a:p>
        </p:txBody>
      </p:sp>
      <p:sp>
        <p:nvSpPr>
          <p:cNvPr id="6157" name="TextBox 34">
            <a:extLst>
              <a:ext uri="{FF2B5EF4-FFF2-40B4-BE49-F238E27FC236}">
                <a16:creationId xmlns:a16="http://schemas.microsoft.com/office/drawing/2014/main" id="{5EFF4B90-7EFA-2327-9E3B-C84310440CFB}"/>
              </a:ext>
            </a:extLst>
          </p:cNvPr>
          <p:cNvSpPr txBox="1">
            <a:spLocks noChangeArrowheads="1"/>
          </p:cNvSpPr>
          <p:nvPr/>
        </p:nvSpPr>
        <p:spPr bwMode="auto">
          <a:xfrm>
            <a:off x="8153400" y="1143000"/>
            <a:ext cx="609600" cy="215900"/>
          </a:xfrm>
          <a:prstGeom prst="rect">
            <a:avLst/>
          </a:prstGeom>
          <a:gradFill rotWithShape="0">
            <a:gsLst>
              <a:gs pos="0">
                <a:srgbClr val="DDEBCF"/>
              </a:gs>
              <a:gs pos="50000">
                <a:srgbClr val="9CB86E"/>
              </a:gs>
              <a:gs pos="100000">
                <a:srgbClr val="156B13"/>
              </a:gs>
            </a:gsLst>
            <a:lin ang="5400000"/>
          </a:gradFill>
          <a:ln w="9525" cap="rnd">
            <a:solidFill>
              <a:schemeClr val="accent1"/>
            </a:solidFill>
            <a:miter lim="800000"/>
            <a:headEnd/>
            <a:tailEnd/>
          </a:ln>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n-US" altLang="en-US" sz="800" dirty="0">
                <a:solidFill>
                  <a:srgbClr val="FFFF00"/>
                </a:solidFill>
                <a:latin typeface="Calibri" panose="020F0502020204030204" pitchFamily="34" charset="0"/>
              </a:rPr>
              <a:t>POSP016</a:t>
            </a:r>
          </a:p>
        </p:txBody>
      </p:sp>
      <p:sp>
        <p:nvSpPr>
          <p:cNvPr id="36" name="Flowchart: Direct Access Storage 35">
            <a:extLst>
              <a:ext uri="{FF2B5EF4-FFF2-40B4-BE49-F238E27FC236}">
                <a16:creationId xmlns:a16="http://schemas.microsoft.com/office/drawing/2014/main" id="{7D357C6B-DF5B-0DA2-47EA-BE0757662433}"/>
              </a:ext>
            </a:extLst>
          </p:cNvPr>
          <p:cNvSpPr/>
          <p:nvPr/>
        </p:nvSpPr>
        <p:spPr>
          <a:xfrm>
            <a:off x="8077200" y="1600200"/>
            <a:ext cx="1143000" cy="381000"/>
          </a:xfrm>
          <a:prstGeom prst="flowChartMagneticDrum">
            <a:avLst/>
          </a:prstGeom>
          <a:gradFill>
            <a:gsLst>
              <a:gs pos="0">
                <a:srgbClr val="DDEBCF"/>
              </a:gs>
              <a:gs pos="50000">
                <a:srgbClr val="9CB86E"/>
              </a:gs>
              <a:gs pos="100000">
                <a:srgbClr val="156B13"/>
              </a:gs>
            </a:gsLst>
            <a:lin ang="5400000" scaled="0"/>
          </a:gra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dirty="0"/>
          </a:p>
        </p:txBody>
      </p:sp>
      <p:sp>
        <p:nvSpPr>
          <p:cNvPr id="6159" name="TextBox 36">
            <a:extLst>
              <a:ext uri="{FF2B5EF4-FFF2-40B4-BE49-F238E27FC236}">
                <a16:creationId xmlns:a16="http://schemas.microsoft.com/office/drawing/2014/main" id="{ED8DA48A-E1AA-BA49-186D-A2BDAC6C4205}"/>
              </a:ext>
            </a:extLst>
          </p:cNvPr>
          <p:cNvSpPr txBox="1">
            <a:spLocks noChangeArrowheads="1"/>
          </p:cNvSpPr>
          <p:nvPr/>
        </p:nvSpPr>
        <p:spPr bwMode="auto">
          <a:xfrm>
            <a:off x="8153400" y="1676400"/>
            <a:ext cx="685800" cy="215900"/>
          </a:xfrm>
          <a:prstGeom prst="rect">
            <a:avLst/>
          </a:prstGeom>
          <a:gradFill rotWithShape="0">
            <a:gsLst>
              <a:gs pos="0">
                <a:srgbClr val="DDEBCF"/>
              </a:gs>
              <a:gs pos="50000">
                <a:srgbClr val="9CB86E"/>
              </a:gs>
              <a:gs pos="100000">
                <a:srgbClr val="156B13"/>
              </a:gs>
            </a:gsLst>
            <a:lin ang="5400000"/>
          </a:gradFill>
          <a:ln w="9525" cap="rnd">
            <a:solidFill>
              <a:schemeClr val="accent1"/>
            </a:solidFill>
            <a:miter lim="800000"/>
            <a:headEnd/>
            <a:tailEnd/>
          </a:ln>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n-US" altLang="en-US" sz="800" dirty="0">
                <a:solidFill>
                  <a:srgbClr val="FFFF00"/>
                </a:solidFill>
                <a:latin typeface="Calibri" panose="020F0502020204030204" pitchFamily="34" charset="0"/>
              </a:rPr>
              <a:t>POSP016CP</a:t>
            </a:r>
          </a:p>
        </p:txBody>
      </p:sp>
      <p:sp>
        <p:nvSpPr>
          <p:cNvPr id="38" name="TextBox 37">
            <a:extLst>
              <a:ext uri="{FF2B5EF4-FFF2-40B4-BE49-F238E27FC236}">
                <a16:creationId xmlns:a16="http://schemas.microsoft.com/office/drawing/2014/main" id="{4A9EE5BB-20A3-F733-FEFE-077077FEB793}"/>
              </a:ext>
            </a:extLst>
          </p:cNvPr>
          <p:cNvSpPr txBox="1"/>
          <p:nvPr/>
        </p:nvSpPr>
        <p:spPr>
          <a:xfrm>
            <a:off x="6781800" y="2725738"/>
            <a:ext cx="990600" cy="246062"/>
          </a:xfrm>
          <a:prstGeom prst="rect">
            <a:avLst/>
          </a:prstGeom>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a:ln cap="rnd">
            <a:solidFill>
              <a:schemeClr val="accent1"/>
            </a:solidFill>
          </a:ln>
        </p:spPr>
        <p:txBody>
          <a:bodyPr>
            <a:spAutoFit/>
          </a:bodyPr>
          <a:lstStyle/>
          <a:p>
            <a:pPr>
              <a:defRPr/>
            </a:pPr>
            <a:r>
              <a:rPr lang="en-US" sz="1000" b="1" i="1" dirty="0"/>
              <a:t>POSC305</a:t>
            </a:r>
          </a:p>
        </p:txBody>
      </p:sp>
      <p:sp>
        <p:nvSpPr>
          <p:cNvPr id="39" name="TextBox 38">
            <a:extLst>
              <a:ext uri="{FF2B5EF4-FFF2-40B4-BE49-F238E27FC236}">
                <a16:creationId xmlns:a16="http://schemas.microsoft.com/office/drawing/2014/main" id="{16AF5E87-0559-4DE5-3DC1-19CE78449FAC}"/>
              </a:ext>
            </a:extLst>
          </p:cNvPr>
          <p:cNvSpPr txBox="1"/>
          <p:nvPr/>
        </p:nvSpPr>
        <p:spPr>
          <a:xfrm>
            <a:off x="6781800" y="2192339"/>
            <a:ext cx="990600" cy="369887"/>
          </a:xfrm>
          <a:prstGeom prst="rect">
            <a:avLst/>
          </a:prstGeom>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a:ln cap="rnd">
            <a:solidFill>
              <a:schemeClr val="accent1"/>
            </a:solidFill>
          </a:ln>
        </p:spPr>
        <p:txBody>
          <a:bodyPr>
            <a:spAutoFit/>
          </a:bodyPr>
          <a:lstStyle/>
          <a:p>
            <a:pPr>
              <a:defRPr/>
            </a:pPr>
            <a:r>
              <a:rPr lang="en-US" sz="1000" b="1" i="1" dirty="0"/>
              <a:t>POSB305 </a:t>
            </a:r>
            <a:r>
              <a:rPr lang="en-US" sz="800" b="1" i="1" dirty="0"/>
              <a:t> Validate</a:t>
            </a:r>
            <a:endParaRPr lang="en-US" sz="1000" b="1" i="1" dirty="0"/>
          </a:p>
        </p:txBody>
      </p:sp>
      <p:cxnSp>
        <p:nvCxnSpPr>
          <p:cNvPr id="47" name="Elbow Connector 46">
            <a:extLst>
              <a:ext uri="{FF2B5EF4-FFF2-40B4-BE49-F238E27FC236}">
                <a16:creationId xmlns:a16="http://schemas.microsoft.com/office/drawing/2014/main" id="{1CE04F36-DC48-E08C-9D8A-B4666A569A1C}"/>
              </a:ext>
            </a:extLst>
          </p:cNvPr>
          <p:cNvCxnSpPr>
            <a:stCxn id="30" idx="3"/>
            <a:endCxn id="9" idx="1"/>
          </p:cNvCxnSpPr>
          <p:nvPr/>
        </p:nvCxnSpPr>
        <p:spPr>
          <a:xfrm flipV="1">
            <a:off x="5181600" y="2333625"/>
            <a:ext cx="228600" cy="687388"/>
          </a:xfrm>
          <a:prstGeom prst="bentConnector3">
            <a:avLst>
              <a:gd name="adj1" fmla="val 50000"/>
            </a:avLst>
          </a:prstGeom>
          <a:ln>
            <a:tailEnd type="arrow"/>
          </a:ln>
        </p:spPr>
        <p:style>
          <a:lnRef idx="1">
            <a:schemeClr val="accent1"/>
          </a:lnRef>
          <a:fillRef idx="0">
            <a:schemeClr val="accent1"/>
          </a:fillRef>
          <a:effectRef idx="0">
            <a:schemeClr val="accent1"/>
          </a:effectRef>
          <a:fontRef idx="minor">
            <a:schemeClr val="tx1"/>
          </a:fontRef>
        </p:style>
      </p:cxnSp>
      <p:cxnSp>
        <p:nvCxnSpPr>
          <p:cNvPr id="49" name="Elbow Connector 48">
            <a:extLst>
              <a:ext uri="{FF2B5EF4-FFF2-40B4-BE49-F238E27FC236}">
                <a16:creationId xmlns:a16="http://schemas.microsoft.com/office/drawing/2014/main" id="{09F300CF-3843-0087-ABEC-CD22356666DD}"/>
              </a:ext>
            </a:extLst>
          </p:cNvPr>
          <p:cNvCxnSpPr>
            <a:stCxn id="30" idx="3"/>
            <a:endCxn id="11" idx="1"/>
          </p:cNvCxnSpPr>
          <p:nvPr/>
        </p:nvCxnSpPr>
        <p:spPr>
          <a:xfrm flipV="1">
            <a:off x="5181600" y="2847975"/>
            <a:ext cx="228600" cy="173038"/>
          </a:xfrm>
          <a:prstGeom prst="bentConnector3">
            <a:avLst>
              <a:gd name="adj1" fmla="val 50000"/>
            </a:avLst>
          </a:prstGeom>
          <a:ln>
            <a:tailEnd type="arrow"/>
          </a:ln>
        </p:spPr>
        <p:style>
          <a:lnRef idx="1">
            <a:schemeClr val="accent1"/>
          </a:lnRef>
          <a:fillRef idx="0">
            <a:schemeClr val="accent1"/>
          </a:fillRef>
          <a:effectRef idx="0">
            <a:schemeClr val="accent1"/>
          </a:effectRef>
          <a:fontRef idx="minor">
            <a:schemeClr val="tx1"/>
          </a:fontRef>
        </p:style>
      </p:cxnSp>
      <p:sp>
        <p:nvSpPr>
          <p:cNvPr id="50" name="TextBox 49">
            <a:extLst>
              <a:ext uri="{FF2B5EF4-FFF2-40B4-BE49-F238E27FC236}">
                <a16:creationId xmlns:a16="http://schemas.microsoft.com/office/drawing/2014/main" id="{DBA3E1DA-4BEA-36D6-5D1E-3AEBDDDAD113}"/>
              </a:ext>
            </a:extLst>
          </p:cNvPr>
          <p:cNvSpPr txBox="1"/>
          <p:nvPr/>
        </p:nvSpPr>
        <p:spPr>
          <a:xfrm>
            <a:off x="4267200" y="3429001"/>
            <a:ext cx="914400" cy="246063"/>
          </a:xfrm>
          <a:prstGeom prst="rect">
            <a:avLst/>
          </a:prstGeom>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a:ln cap="rnd">
            <a:solidFill>
              <a:schemeClr val="accent1"/>
            </a:solidFill>
          </a:ln>
        </p:spPr>
        <p:txBody>
          <a:bodyPr>
            <a:spAutoFit/>
          </a:bodyPr>
          <a:lstStyle/>
          <a:p>
            <a:pPr>
              <a:defRPr/>
            </a:pPr>
            <a:r>
              <a:rPr lang="en-US" sz="1000" b="1" i="1" dirty="0"/>
              <a:t>EODBVOIDCC</a:t>
            </a:r>
          </a:p>
        </p:txBody>
      </p:sp>
      <p:sp>
        <p:nvSpPr>
          <p:cNvPr id="51" name="Flowchart: Direct Access Storage 50">
            <a:extLst>
              <a:ext uri="{FF2B5EF4-FFF2-40B4-BE49-F238E27FC236}">
                <a16:creationId xmlns:a16="http://schemas.microsoft.com/office/drawing/2014/main" id="{B9B65316-7144-4846-6D84-913E76939072}"/>
              </a:ext>
            </a:extLst>
          </p:cNvPr>
          <p:cNvSpPr/>
          <p:nvPr/>
        </p:nvSpPr>
        <p:spPr>
          <a:xfrm>
            <a:off x="5360988" y="3097213"/>
            <a:ext cx="1143000" cy="381000"/>
          </a:xfrm>
          <a:prstGeom prst="flowChartMagneticDrum">
            <a:avLst/>
          </a:prstGeom>
          <a:gradFill>
            <a:gsLst>
              <a:gs pos="0">
                <a:srgbClr val="DDEBCF"/>
              </a:gs>
              <a:gs pos="50000">
                <a:srgbClr val="9CB86E"/>
              </a:gs>
              <a:gs pos="100000">
                <a:srgbClr val="156B13"/>
              </a:gs>
            </a:gsLst>
            <a:lin ang="5400000" scaled="0"/>
          </a:gra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dirty="0"/>
          </a:p>
        </p:txBody>
      </p:sp>
      <p:sp>
        <p:nvSpPr>
          <p:cNvPr id="6166" name="TextBox 51">
            <a:extLst>
              <a:ext uri="{FF2B5EF4-FFF2-40B4-BE49-F238E27FC236}">
                <a16:creationId xmlns:a16="http://schemas.microsoft.com/office/drawing/2014/main" id="{B9B6A08F-5B3D-09EC-1298-FE2A1B6E0F01}"/>
              </a:ext>
            </a:extLst>
          </p:cNvPr>
          <p:cNvSpPr txBox="1">
            <a:spLocks noChangeArrowheads="1"/>
          </p:cNvSpPr>
          <p:nvPr/>
        </p:nvSpPr>
        <p:spPr bwMode="auto">
          <a:xfrm>
            <a:off x="5483225" y="3173413"/>
            <a:ext cx="762000" cy="215900"/>
          </a:xfrm>
          <a:prstGeom prst="rect">
            <a:avLst/>
          </a:prstGeom>
          <a:gradFill rotWithShape="0">
            <a:gsLst>
              <a:gs pos="0">
                <a:srgbClr val="DDEBCF"/>
              </a:gs>
              <a:gs pos="50000">
                <a:srgbClr val="9CB86E"/>
              </a:gs>
              <a:gs pos="100000">
                <a:srgbClr val="156B13"/>
              </a:gs>
            </a:gsLst>
            <a:lin ang="5400000"/>
          </a:gradFill>
          <a:ln w="9525" cap="rnd">
            <a:solidFill>
              <a:schemeClr val="accent1"/>
            </a:solidFill>
            <a:miter lim="800000"/>
            <a:headEnd/>
            <a:tailEnd/>
          </a:ln>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n-US" altLang="en-US" sz="800" dirty="0">
                <a:solidFill>
                  <a:srgbClr val="FFFF00"/>
                </a:solidFill>
                <a:latin typeface="Calibri" panose="020F0502020204030204" pitchFamily="34" charset="0"/>
              </a:rPr>
              <a:t>EODPVOIDC</a:t>
            </a:r>
            <a:r>
              <a:rPr lang="en-US" altLang="en-US" sz="800" dirty="0">
                <a:latin typeface="Calibri" panose="020F0502020204030204" pitchFamily="34" charset="0"/>
              </a:rPr>
              <a:t>C</a:t>
            </a:r>
          </a:p>
        </p:txBody>
      </p:sp>
      <p:sp>
        <p:nvSpPr>
          <p:cNvPr id="60" name="Flowchart: Direct Access Storage 59">
            <a:extLst>
              <a:ext uri="{FF2B5EF4-FFF2-40B4-BE49-F238E27FC236}">
                <a16:creationId xmlns:a16="http://schemas.microsoft.com/office/drawing/2014/main" id="{D612958C-0A41-181A-FC8F-FADF3597AB44}"/>
              </a:ext>
            </a:extLst>
          </p:cNvPr>
          <p:cNvSpPr/>
          <p:nvPr/>
        </p:nvSpPr>
        <p:spPr>
          <a:xfrm>
            <a:off x="1676400" y="1865313"/>
            <a:ext cx="1524000" cy="381000"/>
          </a:xfrm>
          <a:prstGeom prst="flowChartMagneticDrum">
            <a:avLst/>
          </a:prstGeom>
          <a:gradFill>
            <a:gsLst>
              <a:gs pos="0">
                <a:srgbClr val="DDEBCF"/>
              </a:gs>
              <a:gs pos="50000">
                <a:srgbClr val="9CB86E"/>
              </a:gs>
              <a:gs pos="100000">
                <a:srgbClr val="156B13"/>
              </a:gs>
            </a:gsLst>
            <a:lin ang="5400000" scaled="0"/>
          </a:gra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dirty="0"/>
          </a:p>
        </p:txBody>
      </p:sp>
      <p:sp>
        <p:nvSpPr>
          <p:cNvPr id="6168" name="TextBox 60">
            <a:extLst>
              <a:ext uri="{FF2B5EF4-FFF2-40B4-BE49-F238E27FC236}">
                <a16:creationId xmlns:a16="http://schemas.microsoft.com/office/drawing/2014/main" id="{C8BD1D04-688C-CF66-B888-E3044C4C4180}"/>
              </a:ext>
            </a:extLst>
          </p:cNvPr>
          <p:cNvSpPr txBox="1">
            <a:spLocks noChangeArrowheads="1"/>
          </p:cNvSpPr>
          <p:nvPr/>
        </p:nvSpPr>
        <p:spPr bwMode="auto">
          <a:xfrm>
            <a:off x="1905000" y="1941513"/>
            <a:ext cx="1066800" cy="215900"/>
          </a:xfrm>
          <a:prstGeom prst="rect">
            <a:avLst/>
          </a:prstGeom>
          <a:gradFill rotWithShape="0">
            <a:gsLst>
              <a:gs pos="0">
                <a:srgbClr val="DDEBCF"/>
              </a:gs>
              <a:gs pos="50000">
                <a:srgbClr val="9CB86E"/>
              </a:gs>
              <a:gs pos="100000">
                <a:srgbClr val="156B13"/>
              </a:gs>
            </a:gsLst>
            <a:lin ang="5400000"/>
          </a:gradFill>
          <a:ln w="9525" cap="rnd">
            <a:solidFill>
              <a:schemeClr val="accent1"/>
            </a:solidFill>
            <a:miter lim="800000"/>
            <a:headEnd/>
            <a:tailEnd/>
          </a:ln>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n-US" altLang="en-US" sz="800" dirty="0">
                <a:solidFill>
                  <a:srgbClr val="FFFF00"/>
                </a:solidFill>
                <a:latin typeface="Calibri" panose="020F0502020204030204" pitchFamily="34" charset="0"/>
              </a:rPr>
              <a:t>POSFEFT/XXXXYYYY</a:t>
            </a:r>
          </a:p>
        </p:txBody>
      </p:sp>
      <p:cxnSp>
        <p:nvCxnSpPr>
          <p:cNvPr id="63" name="Elbow Connector 62">
            <a:extLst>
              <a:ext uri="{FF2B5EF4-FFF2-40B4-BE49-F238E27FC236}">
                <a16:creationId xmlns:a16="http://schemas.microsoft.com/office/drawing/2014/main" id="{326D35FD-8884-8C8E-9C8A-1E46906F4D52}"/>
              </a:ext>
            </a:extLst>
          </p:cNvPr>
          <p:cNvCxnSpPr>
            <a:stCxn id="198" idx="2"/>
            <a:endCxn id="60" idx="0"/>
          </p:cNvCxnSpPr>
          <p:nvPr/>
        </p:nvCxnSpPr>
        <p:spPr>
          <a:xfrm rot="5400000">
            <a:off x="2164556" y="1515269"/>
            <a:ext cx="623888" cy="76200"/>
          </a:xfrm>
          <a:prstGeom prst="bentConnector3">
            <a:avLst>
              <a:gd name="adj1" fmla="val 50000"/>
            </a:avLst>
          </a:prstGeom>
          <a:ln>
            <a:tailEnd type="arrow"/>
          </a:ln>
        </p:spPr>
        <p:style>
          <a:lnRef idx="1">
            <a:schemeClr val="accent1"/>
          </a:lnRef>
          <a:fillRef idx="0">
            <a:schemeClr val="accent1"/>
          </a:fillRef>
          <a:effectRef idx="0">
            <a:schemeClr val="accent1"/>
          </a:effectRef>
          <a:fontRef idx="minor">
            <a:schemeClr val="tx1"/>
          </a:fontRef>
        </p:style>
      </p:cxnSp>
      <p:sp>
        <p:nvSpPr>
          <p:cNvPr id="64" name="TextBox 63">
            <a:extLst>
              <a:ext uri="{FF2B5EF4-FFF2-40B4-BE49-F238E27FC236}">
                <a16:creationId xmlns:a16="http://schemas.microsoft.com/office/drawing/2014/main" id="{7AE2B518-7028-BA35-0E27-E2F4DD41255B}"/>
              </a:ext>
            </a:extLst>
          </p:cNvPr>
          <p:cNvSpPr txBox="1"/>
          <p:nvPr/>
        </p:nvSpPr>
        <p:spPr>
          <a:xfrm>
            <a:off x="2209800" y="3810000"/>
            <a:ext cx="914400" cy="1938992"/>
          </a:xfrm>
          <a:prstGeom prst="rect">
            <a:avLst/>
          </a:prstGeom>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a:ln cap="rnd">
            <a:solidFill>
              <a:schemeClr val="accent1"/>
            </a:solidFill>
          </a:ln>
        </p:spPr>
        <p:txBody>
          <a:bodyPr>
            <a:spAutoFit/>
          </a:bodyPr>
          <a:lstStyle/>
          <a:p>
            <a:pPr>
              <a:defRPr/>
            </a:pPr>
            <a:endParaRPr lang="en-US" sz="1000" b="1" dirty="0"/>
          </a:p>
          <a:p>
            <a:pPr>
              <a:defRPr/>
            </a:pPr>
            <a:endParaRPr lang="en-US" sz="1000" b="1" dirty="0"/>
          </a:p>
          <a:p>
            <a:pPr>
              <a:defRPr/>
            </a:pPr>
            <a:endParaRPr lang="en-US" sz="1000" b="1" dirty="0"/>
          </a:p>
          <a:p>
            <a:pPr>
              <a:defRPr/>
            </a:pPr>
            <a:endParaRPr lang="en-US" sz="1000" b="1" dirty="0"/>
          </a:p>
          <a:p>
            <a:pPr>
              <a:defRPr/>
            </a:pPr>
            <a:endParaRPr lang="en-US" sz="1000" b="1" dirty="0"/>
          </a:p>
          <a:p>
            <a:pPr>
              <a:defRPr/>
            </a:pPr>
            <a:r>
              <a:rPr lang="en-US" sz="1000" b="1" dirty="0">
                <a:solidFill>
                  <a:srgbClr val="FF0000"/>
                </a:solidFill>
              </a:rPr>
              <a:t>EODCBANKG</a:t>
            </a:r>
          </a:p>
          <a:p>
            <a:pPr>
              <a:defRPr/>
            </a:pPr>
            <a:endParaRPr lang="en-US" sz="1000" b="1" dirty="0">
              <a:solidFill>
                <a:srgbClr val="FF0000"/>
              </a:solidFill>
            </a:endParaRPr>
          </a:p>
          <a:p>
            <a:pPr>
              <a:defRPr/>
            </a:pPr>
            <a:endParaRPr lang="en-US" sz="1000" b="1" dirty="0"/>
          </a:p>
          <a:p>
            <a:pPr>
              <a:defRPr/>
            </a:pPr>
            <a:endParaRPr lang="en-US" sz="1000" b="1" dirty="0"/>
          </a:p>
          <a:p>
            <a:pPr>
              <a:defRPr/>
            </a:pPr>
            <a:endParaRPr lang="en-US" sz="1000" b="1" dirty="0"/>
          </a:p>
          <a:p>
            <a:pPr>
              <a:defRPr/>
            </a:pPr>
            <a:endParaRPr lang="en-US" sz="1000" b="1" dirty="0"/>
          </a:p>
        </p:txBody>
      </p:sp>
      <p:cxnSp>
        <p:nvCxnSpPr>
          <p:cNvPr id="67" name="Shape 66">
            <a:extLst>
              <a:ext uri="{FF2B5EF4-FFF2-40B4-BE49-F238E27FC236}">
                <a16:creationId xmlns:a16="http://schemas.microsoft.com/office/drawing/2014/main" id="{B155D0F7-EA06-411B-A75C-E4237F39CBFF}"/>
              </a:ext>
            </a:extLst>
          </p:cNvPr>
          <p:cNvCxnSpPr>
            <a:stCxn id="29" idx="3"/>
            <a:endCxn id="9" idx="0"/>
          </p:cNvCxnSpPr>
          <p:nvPr/>
        </p:nvCxnSpPr>
        <p:spPr>
          <a:xfrm flipV="1">
            <a:off x="5181600" y="2143125"/>
            <a:ext cx="762000" cy="266700"/>
          </a:xfrm>
          <a:prstGeom prst="bentConnector4">
            <a:avLst>
              <a:gd name="adj1" fmla="val 5400"/>
              <a:gd name="adj2" fmla="val 147926"/>
            </a:avLst>
          </a:prstGeom>
          <a:ln>
            <a:tailEnd type="arrow"/>
          </a:ln>
        </p:spPr>
        <p:style>
          <a:lnRef idx="1">
            <a:schemeClr val="accent1"/>
          </a:lnRef>
          <a:fillRef idx="0">
            <a:schemeClr val="accent1"/>
          </a:fillRef>
          <a:effectRef idx="0">
            <a:schemeClr val="accent1"/>
          </a:effectRef>
          <a:fontRef idx="minor">
            <a:schemeClr val="tx1"/>
          </a:fontRef>
        </p:style>
      </p:cxnSp>
      <p:sp>
        <p:nvSpPr>
          <p:cNvPr id="72" name="Flowchart: Direct Access Storage 71">
            <a:extLst>
              <a:ext uri="{FF2B5EF4-FFF2-40B4-BE49-F238E27FC236}">
                <a16:creationId xmlns:a16="http://schemas.microsoft.com/office/drawing/2014/main" id="{06FEB61D-8719-956B-D352-690D92F4BAB6}"/>
              </a:ext>
            </a:extLst>
          </p:cNvPr>
          <p:cNvSpPr/>
          <p:nvPr/>
        </p:nvSpPr>
        <p:spPr>
          <a:xfrm>
            <a:off x="2995614" y="2362200"/>
            <a:ext cx="1119187" cy="381000"/>
          </a:xfrm>
          <a:prstGeom prst="flowChartMagneticDrum">
            <a:avLst/>
          </a:prstGeom>
          <a:gradFill>
            <a:gsLst>
              <a:gs pos="0">
                <a:srgbClr val="DDEBCF"/>
              </a:gs>
              <a:gs pos="50000">
                <a:srgbClr val="9CB86E"/>
              </a:gs>
              <a:gs pos="100000">
                <a:srgbClr val="156B13"/>
              </a:gs>
            </a:gsLst>
            <a:lin ang="5400000" scaled="0"/>
          </a:gra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dirty="0"/>
          </a:p>
        </p:txBody>
      </p:sp>
      <p:sp>
        <p:nvSpPr>
          <p:cNvPr id="6173" name="TextBox 72">
            <a:extLst>
              <a:ext uri="{FF2B5EF4-FFF2-40B4-BE49-F238E27FC236}">
                <a16:creationId xmlns:a16="http://schemas.microsoft.com/office/drawing/2014/main" id="{163D9E27-0231-309B-A47D-2CAE280882BD}"/>
              </a:ext>
            </a:extLst>
          </p:cNvPr>
          <p:cNvSpPr txBox="1">
            <a:spLocks noChangeArrowheads="1"/>
          </p:cNvSpPr>
          <p:nvPr/>
        </p:nvSpPr>
        <p:spPr bwMode="auto">
          <a:xfrm>
            <a:off x="3148014" y="2438400"/>
            <a:ext cx="661987" cy="215900"/>
          </a:xfrm>
          <a:prstGeom prst="rect">
            <a:avLst/>
          </a:prstGeom>
          <a:gradFill rotWithShape="0">
            <a:gsLst>
              <a:gs pos="0">
                <a:srgbClr val="DDEBCF"/>
              </a:gs>
              <a:gs pos="50000">
                <a:srgbClr val="9CB86E"/>
              </a:gs>
              <a:gs pos="100000">
                <a:srgbClr val="156B13"/>
              </a:gs>
            </a:gsLst>
            <a:lin ang="5400000"/>
          </a:gradFill>
          <a:ln w="9525" cap="rnd">
            <a:solidFill>
              <a:schemeClr val="accent1"/>
            </a:solidFill>
            <a:miter lim="800000"/>
            <a:headEnd/>
            <a:tailEnd/>
          </a:ln>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n-US" altLang="en-US" sz="800" dirty="0">
                <a:solidFill>
                  <a:srgbClr val="FFFF00"/>
                </a:solidFill>
                <a:latin typeface="Calibri" panose="020F0502020204030204" pitchFamily="34" charset="0"/>
              </a:rPr>
              <a:t>EODPTMP</a:t>
            </a:r>
          </a:p>
        </p:txBody>
      </p:sp>
      <p:sp>
        <p:nvSpPr>
          <p:cNvPr id="88" name="TextBox 87">
            <a:extLst>
              <a:ext uri="{FF2B5EF4-FFF2-40B4-BE49-F238E27FC236}">
                <a16:creationId xmlns:a16="http://schemas.microsoft.com/office/drawing/2014/main" id="{A89BF080-7DCB-0EE2-441F-3C1DA7B3DB9F}"/>
              </a:ext>
            </a:extLst>
          </p:cNvPr>
          <p:cNvSpPr txBox="1"/>
          <p:nvPr/>
        </p:nvSpPr>
        <p:spPr>
          <a:xfrm>
            <a:off x="3733800" y="3810000"/>
            <a:ext cx="838200" cy="1938992"/>
          </a:xfrm>
          <a:prstGeom prst="rect">
            <a:avLst/>
          </a:prstGeom>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a:ln cap="rnd">
            <a:solidFill>
              <a:schemeClr val="accent1"/>
            </a:solidFill>
          </a:ln>
        </p:spPr>
        <p:txBody>
          <a:bodyPr>
            <a:spAutoFit/>
          </a:bodyPr>
          <a:lstStyle/>
          <a:p>
            <a:pPr>
              <a:defRPr/>
            </a:pPr>
            <a:r>
              <a:rPr lang="en-US" sz="1000" b="1" dirty="0">
                <a:gradFill>
                  <a:gsLst>
                    <a:gs pos="0">
                      <a:srgbClr val="000082"/>
                    </a:gs>
                    <a:gs pos="30000">
                      <a:srgbClr val="66008F"/>
                    </a:gs>
                    <a:gs pos="64999">
                      <a:srgbClr val="BA0066"/>
                    </a:gs>
                    <a:gs pos="89999">
                      <a:srgbClr val="FF0000"/>
                    </a:gs>
                    <a:gs pos="100000">
                      <a:srgbClr val="FF8200"/>
                    </a:gs>
                  </a:gsLst>
                  <a:lin ang="5400000" scaled="0"/>
                </a:gradFill>
              </a:rPr>
              <a:t>   POSC310</a:t>
            </a:r>
          </a:p>
          <a:p>
            <a:pPr>
              <a:defRPr/>
            </a:pPr>
            <a:endParaRPr lang="en-US" sz="1000" b="1" dirty="0">
              <a:solidFill>
                <a:srgbClr val="FF0000"/>
              </a:solidFill>
            </a:endParaRPr>
          </a:p>
          <a:p>
            <a:pPr>
              <a:defRPr/>
            </a:pPr>
            <a:r>
              <a:rPr lang="en-US" sz="1000" b="1" dirty="0"/>
              <a:t>Change to copy .... store  data from POSP016 &amp; POSP016CP to POSP019</a:t>
            </a:r>
          </a:p>
          <a:p>
            <a:pPr>
              <a:defRPr/>
            </a:pPr>
            <a:r>
              <a:rPr lang="en-US" sz="1000" b="1" dirty="0"/>
              <a:t> </a:t>
            </a:r>
          </a:p>
          <a:p>
            <a:pPr>
              <a:defRPr/>
            </a:pPr>
            <a:endParaRPr lang="en-US" sz="1000" dirty="0"/>
          </a:p>
        </p:txBody>
      </p:sp>
      <p:sp>
        <p:nvSpPr>
          <p:cNvPr id="89" name="TextBox 88">
            <a:extLst>
              <a:ext uri="{FF2B5EF4-FFF2-40B4-BE49-F238E27FC236}">
                <a16:creationId xmlns:a16="http://schemas.microsoft.com/office/drawing/2014/main" id="{3BF20396-73AD-91DF-3287-3B7CF4EC214E}"/>
              </a:ext>
            </a:extLst>
          </p:cNvPr>
          <p:cNvSpPr txBox="1"/>
          <p:nvPr/>
        </p:nvSpPr>
        <p:spPr>
          <a:xfrm>
            <a:off x="5029200" y="4157664"/>
            <a:ext cx="1295400" cy="338137"/>
          </a:xfrm>
          <a:prstGeom prst="rect">
            <a:avLst/>
          </a:prstGeom>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a:ln cap="rnd">
            <a:solidFill>
              <a:schemeClr val="accent1"/>
            </a:solidFill>
          </a:ln>
        </p:spPr>
        <p:txBody>
          <a:bodyPr>
            <a:spAutoFit/>
          </a:bodyPr>
          <a:lstStyle/>
          <a:p>
            <a:pPr>
              <a:defRPr/>
            </a:pPr>
            <a:r>
              <a:rPr lang="en-US" sz="800" b="1" i="1" dirty="0"/>
              <a:t>POSB310 Data format</a:t>
            </a:r>
          </a:p>
          <a:p>
            <a:pPr>
              <a:defRPr/>
            </a:pPr>
            <a:r>
              <a:rPr lang="en-US" sz="800" b="1" i="1" dirty="0"/>
              <a:t>CRTCRDTYP=3 (SL)</a:t>
            </a:r>
          </a:p>
        </p:txBody>
      </p:sp>
      <p:sp>
        <p:nvSpPr>
          <p:cNvPr id="90" name="TextBox 89">
            <a:extLst>
              <a:ext uri="{FF2B5EF4-FFF2-40B4-BE49-F238E27FC236}">
                <a16:creationId xmlns:a16="http://schemas.microsoft.com/office/drawing/2014/main" id="{68298FB1-30C7-B713-F5BA-C7C4473F69BF}"/>
              </a:ext>
            </a:extLst>
          </p:cNvPr>
          <p:cNvSpPr txBox="1"/>
          <p:nvPr/>
        </p:nvSpPr>
        <p:spPr>
          <a:xfrm>
            <a:off x="5029200" y="5324476"/>
            <a:ext cx="1295400" cy="246063"/>
          </a:xfrm>
          <a:prstGeom prst="rect">
            <a:avLst/>
          </a:prstGeom>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a:ln cap="rnd">
            <a:solidFill>
              <a:schemeClr val="accent1"/>
            </a:solidFill>
          </a:ln>
        </p:spPr>
        <p:txBody>
          <a:bodyPr>
            <a:spAutoFit/>
          </a:bodyPr>
          <a:lstStyle/>
          <a:p>
            <a:pPr>
              <a:defRPr/>
            </a:pPr>
            <a:r>
              <a:rPr lang="en-US" sz="1000" b="1" i="1" dirty="0"/>
              <a:t>POSB317</a:t>
            </a:r>
          </a:p>
        </p:txBody>
      </p:sp>
      <p:cxnSp>
        <p:nvCxnSpPr>
          <p:cNvPr id="58" name="Elbow Connector 57">
            <a:extLst>
              <a:ext uri="{FF2B5EF4-FFF2-40B4-BE49-F238E27FC236}">
                <a16:creationId xmlns:a16="http://schemas.microsoft.com/office/drawing/2014/main" id="{85E6DAB3-4F7D-0A68-DF3D-A8C120087A37}"/>
              </a:ext>
            </a:extLst>
          </p:cNvPr>
          <p:cNvCxnSpPr>
            <a:stCxn id="39" idx="3"/>
            <a:endCxn id="34" idx="1"/>
          </p:cNvCxnSpPr>
          <p:nvPr/>
        </p:nvCxnSpPr>
        <p:spPr>
          <a:xfrm flipV="1">
            <a:off x="7772400" y="1257300"/>
            <a:ext cx="304800" cy="1119188"/>
          </a:xfrm>
          <a:prstGeom prst="bentConnector3">
            <a:avLst>
              <a:gd name="adj1" fmla="val 50000"/>
            </a:avLst>
          </a:prstGeom>
          <a:ln>
            <a:tailEnd type="arrow"/>
          </a:ln>
        </p:spPr>
        <p:style>
          <a:lnRef idx="1">
            <a:schemeClr val="accent1"/>
          </a:lnRef>
          <a:fillRef idx="0">
            <a:schemeClr val="accent1"/>
          </a:fillRef>
          <a:effectRef idx="0">
            <a:schemeClr val="accent1"/>
          </a:effectRef>
          <a:fontRef idx="minor">
            <a:schemeClr val="tx1"/>
          </a:fontRef>
        </p:style>
      </p:cxnSp>
      <p:cxnSp>
        <p:nvCxnSpPr>
          <p:cNvPr id="81" name="Straight Arrow Connector 80">
            <a:extLst>
              <a:ext uri="{FF2B5EF4-FFF2-40B4-BE49-F238E27FC236}">
                <a16:creationId xmlns:a16="http://schemas.microsoft.com/office/drawing/2014/main" id="{E2B0E468-B19C-F1C1-4CCE-92EBE19BF1E5}"/>
              </a:ext>
            </a:extLst>
          </p:cNvPr>
          <p:cNvCxnSpPr/>
          <p:nvPr/>
        </p:nvCxnSpPr>
        <p:spPr>
          <a:xfrm>
            <a:off x="3133726" y="5245100"/>
            <a:ext cx="612775"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6179" name="TextBox 81">
            <a:extLst>
              <a:ext uri="{FF2B5EF4-FFF2-40B4-BE49-F238E27FC236}">
                <a16:creationId xmlns:a16="http://schemas.microsoft.com/office/drawing/2014/main" id="{8314F512-762F-0887-F38A-53C65E97E91B}"/>
              </a:ext>
            </a:extLst>
          </p:cNvPr>
          <p:cNvSpPr txBox="1">
            <a:spLocks noChangeArrowheads="1"/>
          </p:cNvSpPr>
          <p:nvPr/>
        </p:nvSpPr>
        <p:spPr bwMode="auto">
          <a:xfrm>
            <a:off x="3094038" y="4162425"/>
            <a:ext cx="609600" cy="215900"/>
          </a:xfrm>
          <a:prstGeom prst="rect">
            <a:avLst/>
          </a:prstGeom>
          <a:gradFill rotWithShape="0">
            <a:gsLst>
              <a:gs pos="0">
                <a:srgbClr val="000082"/>
              </a:gs>
              <a:gs pos="30000">
                <a:srgbClr val="66008F"/>
              </a:gs>
              <a:gs pos="64999">
                <a:srgbClr val="BA0066"/>
              </a:gs>
              <a:gs pos="89999">
                <a:srgbClr val="FF0000"/>
              </a:gs>
              <a:gs pos="100000">
                <a:srgbClr val="FF8200"/>
              </a:gs>
            </a:gsLst>
            <a:lin ang="5400000"/>
          </a:gra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sz="800" dirty="0"/>
              <a:t>ACCESS</a:t>
            </a:r>
          </a:p>
        </p:txBody>
      </p:sp>
      <p:sp>
        <p:nvSpPr>
          <p:cNvPr id="6180" name="TextBox 82">
            <a:extLst>
              <a:ext uri="{FF2B5EF4-FFF2-40B4-BE49-F238E27FC236}">
                <a16:creationId xmlns:a16="http://schemas.microsoft.com/office/drawing/2014/main" id="{78FE59F1-5D61-37A3-5A2F-DDCDA510F1BD}"/>
              </a:ext>
            </a:extLst>
          </p:cNvPr>
          <p:cNvSpPr txBox="1">
            <a:spLocks noChangeArrowheads="1"/>
          </p:cNvSpPr>
          <p:nvPr/>
        </p:nvSpPr>
        <p:spPr bwMode="auto">
          <a:xfrm>
            <a:off x="3094038" y="3811588"/>
            <a:ext cx="609600" cy="215900"/>
          </a:xfrm>
          <a:prstGeom prst="rect">
            <a:avLst/>
          </a:prstGeom>
          <a:gradFill rotWithShape="0">
            <a:gsLst>
              <a:gs pos="0">
                <a:srgbClr val="000082"/>
              </a:gs>
              <a:gs pos="30000">
                <a:srgbClr val="66008F"/>
              </a:gs>
              <a:gs pos="64999">
                <a:srgbClr val="BA0066"/>
              </a:gs>
              <a:gs pos="89999">
                <a:srgbClr val="FF0000"/>
              </a:gs>
              <a:gs pos="100000">
                <a:srgbClr val="FF8200"/>
              </a:gs>
            </a:gsLst>
            <a:lin ang="5400000"/>
          </a:gra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sz="800" dirty="0"/>
              <a:t>SWITCH</a:t>
            </a:r>
          </a:p>
        </p:txBody>
      </p:sp>
      <p:sp>
        <p:nvSpPr>
          <p:cNvPr id="6181" name="TextBox 84">
            <a:extLst>
              <a:ext uri="{FF2B5EF4-FFF2-40B4-BE49-F238E27FC236}">
                <a16:creationId xmlns:a16="http://schemas.microsoft.com/office/drawing/2014/main" id="{ED1DF6E3-EC11-1967-B566-CFDF489FC95E}"/>
              </a:ext>
            </a:extLst>
          </p:cNvPr>
          <p:cNvSpPr txBox="1">
            <a:spLocks noChangeArrowheads="1"/>
          </p:cNvSpPr>
          <p:nvPr/>
        </p:nvSpPr>
        <p:spPr bwMode="auto">
          <a:xfrm>
            <a:off x="3097213" y="4764088"/>
            <a:ext cx="609600" cy="214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sz="800" dirty="0"/>
              <a:t>EZBUY</a:t>
            </a:r>
          </a:p>
        </p:txBody>
      </p:sp>
      <p:sp>
        <p:nvSpPr>
          <p:cNvPr id="6182" name="TextBox 85">
            <a:extLst>
              <a:ext uri="{FF2B5EF4-FFF2-40B4-BE49-F238E27FC236}">
                <a16:creationId xmlns:a16="http://schemas.microsoft.com/office/drawing/2014/main" id="{3C9B7D8F-0B42-9B2F-01D6-11B7A276F1EF}"/>
              </a:ext>
            </a:extLst>
          </p:cNvPr>
          <p:cNvSpPr txBox="1">
            <a:spLocks noChangeArrowheads="1"/>
          </p:cNvSpPr>
          <p:nvPr/>
        </p:nvSpPr>
        <p:spPr bwMode="auto">
          <a:xfrm>
            <a:off x="3087688" y="4910138"/>
            <a:ext cx="609600" cy="215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sz="800" dirty="0"/>
              <a:t>AMEX</a:t>
            </a:r>
          </a:p>
        </p:txBody>
      </p:sp>
      <p:sp>
        <p:nvSpPr>
          <p:cNvPr id="6183" name="TextBox 90">
            <a:extLst>
              <a:ext uri="{FF2B5EF4-FFF2-40B4-BE49-F238E27FC236}">
                <a16:creationId xmlns:a16="http://schemas.microsoft.com/office/drawing/2014/main" id="{847B306E-0E15-3B74-A228-D2C43A06563C}"/>
              </a:ext>
            </a:extLst>
          </p:cNvPr>
          <p:cNvSpPr txBox="1">
            <a:spLocks noChangeArrowheads="1"/>
          </p:cNvSpPr>
          <p:nvPr/>
        </p:nvSpPr>
        <p:spPr bwMode="auto">
          <a:xfrm>
            <a:off x="3100388" y="4514851"/>
            <a:ext cx="609600" cy="214313"/>
          </a:xfrm>
          <a:prstGeom prst="rect">
            <a:avLst/>
          </a:prstGeom>
          <a:gradFill rotWithShape="0">
            <a:gsLst>
              <a:gs pos="0">
                <a:srgbClr val="000082"/>
              </a:gs>
              <a:gs pos="30000">
                <a:srgbClr val="66008F"/>
              </a:gs>
              <a:gs pos="64999">
                <a:srgbClr val="BA0066"/>
              </a:gs>
              <a:gs pos="89999">
                <a:srgbClr val="FF0000"/>
              </a:gs>
              <a:gs pos="100000">
                <a:srgbClr val="FF8200"/>
              </a:gs>
            </a:gsLst>
            <a:lin ang="5400000"/>
          </a:gra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sz="800" dirty="0"/>
              <a:t>VISA</a:t>
            </a:r>
          </a:p>
        </p:txBody>
      </p:sp>
      <p:cxnSp>
        <p:nvCxnSpPr>
          <p:cNvPr id="93" name="Shape 92">
            <a:extLst>
              <a:ext uri="{FF2B5EF4-FFF2-40B4-BE49-F238E27FC236}">
                <a16:creationId xmlns:a16="http://schemas.microsoft.com/office/drawing/2014/main" id="{D62C9F17-60CF-F4A4-1D59-139C0F8C77C6}"/>
              </a:ext>
            </a:extLst>
          </p:cNvPr>
          <p:cNvCxnSpPr>
            <a:stCxn id="34" idx="1"/>
            <a:endCxn id="89" idx="3"/>
          </p:cNvCxnSpPr>
          <p:nvPr/>
        </p:nvCxnSpPr>
        <p:spPr>
          <a:xfrm rot="10800000" flipV="1">
            <a:off x="6324600" y="1257300"/>
            <a:ext cx="1752600" cy="3068638"/>
          </a:xfrm>
          <a:prstGeom prst="bentConnector3">
            <a:avLst>
              <a:gd name="adj1" fmla="val 3436"/>
            </a:avLst>
          </a:prstGeom>
          <a:ln>
            <a:tailEnd type="arrow"/>
          </a:ln>
        </p:spPr>
        <p:style>
          <a:lnRef idx="1">
            <a:schemeClr val="accent1"/>
          </a:lnRef>
          <a:fillRef idx="0">
            <a:schemeClr val="accent1"/>
          </a:fillRef>
          <a:effectRef idx="0">
            <a:schemeClr val="accent1"/>
          </a:effectRef>
          <a:fontRef idx="minor">
            <a:schemeClr val="tx1"/>
          </a:fontRef>
        </p:style>
      </p:cxnSp>
      <p:cxnSp>
        <p:nvCxnSpPr>
          <p:cNvPr id="96" name="Shape 95">
            <a:extLst>
              <a:ext uri="{FF2B5EF4-FFF2-40B4-BE49-F238E27FC236}">
                <a16:creationId xmlns:a16="http://schemas.microsoft.com/office/drawing/2014/main" id="{4CF7C468-684A-FBD1-9939-5762F96FB5E9}"/>
              </a:ext>
            </a:extLst>
          </p:cNvPr>
          <p:cNvCxnSpPr>
            <a:stCxn id="36" idx="0"/>
            <a:endCxn id="90" idx="3"/>
          </p:cNvCxnSpPr>
          <p:nvPr/>
        </p:nvCxnSpPr>
        <p:spPr>
          <a:xfrm rot="16200000" flipH="1" flipV="1">
            <a:off x="5563394" y="2361407"/>
            <a:ext cx="3846513" cy="2324100"/>
          </a:xfrm>
          <a:prstGeom prst="bentConnector4">
            <a:avLst>
              <a:gd name="adj1" fmla="val -5943"/>
              <a:gd name="adj2" fmla="val 62297"/>
            </a:avLst>
          </a:prstGeom>
          <a:ln>
            <a:tailEnd type="arrow"/>
          </a:ln>
        </p:spPr>
        <p:style>
          <a:lnRef idx="1">
            <a:schemeClr val="accent1"/>
          </a:lnRef>
          <a:fillRef idx="0">
            <a:schemeClr val="accent1"/>
          </a:fillRef>
          <a:effectRef idx="0">
            <a:schemeClr val="accent1"/>
          </a:effectRef>
          <a:fontRef idx="minor">
            <a:schemeClr val="tx1"/>
          </a:fontRef>
        </p:style>
      </p:cxnSp>
      <p:sp>
        <p:nvSpPr>
          <p:cNvPr id="114" name="Flowchart: Direct Access Storage 113">
            <a:extLst>
              <a:ext uri="{FF2B5EF4-FFF2-40B4-BE49-F238E27FC236}">
                <a16:creationId xmlns:a16="http://schemas.microsoft.com/office/drawing/2014/main" id="{170C2E7C-9281-A771-1643-A1A5C4C68A92}"/>
              </a:ext>
            </a:extLst>
          </p:cNvPr>
          <p:cNvSpPr/>
          <p:nvPr/>
        </p:nvSpPr>
        <p:spPr>
          <a:xfrm>
            <a:off x="9356725" y="5648325"/>
            <a:ext cx="1143000" cy="381000"/>
          </a:xfrm>
          <a:prstGeom prst="flowChartMagneticDrum">
            <a:avLst/>
          </a:prstGeom>
          <a:gradFill>
            <a:gsLst>
              <a:gs pos="0">
                <a:srgbClr val="DDEBCF"/>
              </a:gs>
              <a:gs pos="50000">
                <a:srgbClr val="9CB86E"/>
              </a:gs>
              <a:gs pos="100000">
                <a:srgbClr val="156B13"/>
              </a:gs>
            </a:gsLst>
            <a:lin ang="5400000" scaled="0"/>
          </a:gra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dirty="0"/>
          </a:p>
        </p:txBody>
      </p:sp>
      <p:sp>
        <p:nvSpPr>
          <p:cNvPr id="6187" name="TextBox 36">
            <a:extLst>
              <a:ext uri="{FF2B5EF4-FFF2-40B4-BE49-F238E27FC236}">
                <a16:creationId xmlns:a16="http://schemas.microsoft.com/office/drawing/2014/main" id="{67F9BAF6-5112-D7EE-BB08-5C20A7B81174}"/>
              </a:ext>
            </a:extLst>
          </p:cNvPr>
          <p:cNvSpPr txBox="1">
            <a:spLocks noChangeArrowheads="1"/>
          </p:cNvSpPr>
          <p:nvPr/>
        </p:nvSpPr>
        <p:spPr bwMode="auto">
          <a:xfrm>
            <a:off x="9432925" y="5724525"/>
            <a:ext cx="685800" cy="215900"/>
          </a:xfrm>
          <a:prstGeom prst="rect">
            <a:avLst/>
          </a:prstGeom>
          <a:gradFill rotWithShape="0">
            <a:gsLst>
              <a:gs pos="0">
                <a:srgbClr val="DDEBCF"/>
              </a:gs>
              <a:gs pos="50000">
                <a:srgbClr val="9CB86E"/>
              </a:gs>
              <a:gs pos="100000">
                <a:srgbClr val="156B13"/>
              </a:gs>
            </a:gsLst>
            <a:lin ang="5400000"/>
          </a:gradFill>
          <a:ln w="9525" cap="rnd">
            <a:solidFill>
              <a:schemeClr val="accent1"/>
            </a:solidFill>
            <a:miter lim="800000"/>
            <a:headEnd/>
            <a:tailEnd/>
          </a:ln>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n-US" altLang="en-US" sz="800" dirty="0">
                <a:solidFill>
                  <a:srgbClr val="FFFF00"/>
                </a:solidFill>
                <a:latin typeface="Calibri" panose="020F0502020204030204" pitchFamily="34" charset="0"/>
              </a:rPr>
              <a:t>POSP080</a:t>
            </a:r>
          </a:p>
        </p:txBody>
      </p:sp>
      <p:sp>
        <p:nvSpPr>
          <p:cNvPr id="118" name="TextBox 117">
            <a:extLst>
              <a:ext uri="{FF2B5EF4-FFF2-40B4-BE49-F238E27FC236}">
                <a16:creationId xmlns:a16="http://schemas.microsoft.com/office/drawing/2014/main" id="{CB9A9BB6-C1D1-9C82-8D28-3100294CAD89}"/>
              </a:ext>
            </a:extLst>
          </p:cNvPr>
          <p:cNvSpPr txBox="1"/>
          <p:nvPr/>
        </p:nvSpPr>
        <p:spPr>
          <a:xfrm>
            <a:off x="5053013" y="6213476"/>
            <a:ext cx="1295400" cy="246063"/>
          </a:xfrm>
          <a:prstGeom prst="rect">
            <a:avLst/>
          </a:prstGeom>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a:ln cap="rnd">
            <a:solidFill>
              <a:schemeClr val="accent1"/>
            </a:solidFill>
          </a:ln>
        </p:spPr>
        <p:txBody>
          <a:bodyPr>
            <a:spAutoFit/>
          </a:bodyPr>
          <a:lstStyle/>
          <a:p>
            <a:pPr>
              <a:defRPr/>
            </a:pPr>
            <a:r>
              <a:rPr lang="en-US" sz="1000" b="1" i="1" dirty="0"/>
              <a:t>POSC320 </a:t>
            </a:r>
            <a:r>
              <a:rPr lang="en-US" sz="800" b="1" i="1" dirty="0"/>
              <a:t>FTP</a:t>
            </a:r>
          </a:p>
        </p:txBody>
      </p:sp>
      <p:sp>
        <p:nvSpPr>
          <p:cNvPr id="6189" name="TextBox 129">
            <a:extLst>
              <a:ext uri="{FF2B5EF4-FFF2-40B4-BE49-F238E27FC236}">
                <a16:creationId xmlns:a16="http://schemas.microsoft.com/office/drawing/2014/main" id="{318194E8-6DB4-45FB-9CCA-BA6AD4C62480}"/>
              </a:ext>
            </a:extLst>
          </p:cNvPr>
          <p:cNvSpPr txBox="1">
            <a:spLocks noChangeArrowheads="1"/>
          </p:cNvSpPr>
          <p:nvPr/>
        </p:nvSpPr>
        <p:spPr bwMode="auto">
          <a:xfrm>
            <a:off x="8153400" y="152400"/>
            <a:ext cx="685800" cy="369888"/>
          </a:xfrm>
          <a:prstGeom prst="rect">
            <a:avLst/>
          </a:prstGeom>
          <a:noFill/>
          <a:ln w="9525">
            <a:solidFill>
              <a:schemeClr val="tx2"/>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dirty="0"/>
              <a:t>POS</a:t>
            </a:r>
          </a:p>
        </p:txBody>
      </p:sp>
      <p:cxnSp>
        <p:nvCxnSpPr>
          <p:cNvPr id="82" name="Straight Arrow Connector 81">
            <a:extLst>
              <a:ext uri="{FF2B5EF4-FFF2-40B4-BE49-F238E27FC236}">
                <a16:creationId xmlns:a16="http://schemas.microsoft.com/office/drawing/2014/main" id="{C4D1EFEA-C107-A523-995B-EBE9F7644B3C}"/>
              </a:ext>
            </a:extLst>
          </p:cNvPr>
          <p:cNvCxnSpPr/>
          <p:nvPr/>
        </p:nvCxnSpPr>
        <p:spPr>
          <a:xfrm>
            <a:off x="2895600" y="3124200"/>
            <a:ext cx="304800"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92" name="Shape 91">
            <a:extLst>
              <a:ext uri="{FF2B5EF4-FFF2-40B4-BE49-F238E27FC236}">
                <a16:creationId xmlns:a16="http://schemas.microsoft.com/office/drawing/2014/main" id="{2F88375A-D921-4CE3-1286-326F3F6A0274}"/>
              </a:ext>
            </a:extLst>
          </p:cNvPr>
          <p:cNvCxnSpPr/>
          <p:nvPr/>
        </p:nvCxnSpPr>
        <p:spPr>
          <a:xfrm rot="5400000" flipH="1" flipV="1">
            <a:off x="4384676" y="847726"/>
            <a:ext cx="625475" cy="4168775"/>
          </a:xfrm>
          <a:prstGeom prst="bentConnector4">
            <a:avLst>
              <a:gd name="adj1" fmla="val -78972"/>
              <a:gd name="adj2" fmla="val 35505"/>
            </a:avLst>
          </a:prstGeom>
          <a:ln>
            <a:tailEnd type="arrow"/>
          </a:ln>
        </p:spPr>
        <p:style>
          <a:lnRef idx="1">
            <a:schemeClr val="accent1"/>
          </a:lnRef>
          <a:fillRef idx="0">
            <a:schemeClr val="accent1"/>
          </a:fillRef>
          <a:effectRef idx="0">
            <a:schemeClr val="accent1"/>
          </a:effectRef>
          <a:fontRef idx="minor">
            <a:schemeClr val="tx1"/>
          </a:fontRef>
        </p:style>
      </p:cxnSp>
      <p:sp>
        <p:nvSpPr>
          <p:cNvPr id="102" name="Flowchart: Direct Access Storage 101">
            <a:extLst>
              <a:ext uri="{FF2B5EF4-FFF2-40B4-BE49-F238E27FC236}">
                <a16:creationId xmlns:a16="http://schemas.microsoft.com/office/drawing/2014/main" id="{711D06C4-61D8-F2CA-0565-BD325C4617D5}"/>
              </a:ext>
            </a:extLst>
          </p:cNvPr>
          <p:cNvSpPr/>
          <p:nvPr/>
        </p:nvSpPr>
        <p:spPr>
          <a:xfrm>
            <a:off x="6781800" y="1125538"/>
            <a:ext cx="1143000" cy="381000"/>
          </a:xfrm>
          <a:prstGeom prst="flowChartMagneticDrum">
            <a:avLst/>
          </a:prstGeom>
          <a:gradFill>
            <a:gsLst>
              <a:gs pos="0">
                <a:srgbClr val="DDEBCF"/>
              </a:gs>
              <a:gs pos="50000">
                <a:srgbClr val="9CB86E"/>
              </a:gs>
              <a:gs pos="100000">
                <a:srgbClr val="156B13"/>
              </a:gs>
            </a:gsLst>
            <a:lin ang="5400000" scaled="0"/>
          </a:gra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dirty="0"/>
          </a:p>
        </p:txBody>
      </p:sp>
      <p:sp>
        <p:nvSpPr>
          <p:cNvPr id="6194" name="TextBox 9">
            <a:extLst>
              <a:ext uri="{FF2B5EF4-FFF2-40B4-BE49-F238E27FC236}">
                <a16:creationId xmlns:a16="http://schemas.microsoft.com/office/drawing/2014/main" id="{E8357C7E-22E4-89B4-DC0E-D99F679398E3}"/>
              </a:ext>
            </a:extLst>
          </p:cNvPr>
          <p:cNvSpPr txBox="1">
            <a:spLocks noChangeArrowheads="1"/>
          </p:cNvSpPr>
          <p:nvPr/>
        </p:nvSpPr>
        <p:spPr bwMode="auto">
          <a:xfrm>
            <a:off x="6858000" y="1201738"/>
            <a:ext cx="685800" cy="215900"/>
          </a:xfrm>
          <a:prstGeom prst="rect">
            <a:avLst/>
          </a:prstGeom>
          <a:gradFill rotWithShape="0">
            <a:gsLst>
              <a:gs pos="0">
                <a:srgbClr val="DDEBCF"/>
              </a:gs>
              <a:gs pos="50000">
                <a:srgbClr val="9CB86E"/>
              </a:gs>
              <a:gs pos="100000">
                <a:srgbClr val="156B13"/>
              </a:gs>
            </a:gsLst>
            <a:lin ang="5400000"/>
          </a:gradFill>
          <a:ln w="9525" cap="rnd">
            <a:solidFill>
              <a:schemeClr val="accent1"/>
            </a:solidFill>
            <a:miter lim="800000"/>
            <a:headEnd/>
            <a:tailEnd/>
          </a:ln>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n-US" altLang="en-US" sz="800" dirty="0">
                <a:solidFill>
                  <a:srgbClr val="FFFF00"/>
                </a:solidFill>
                <a:latin typeface="Calibri" panose="020F0502020204030204" pitchFamily="34" charset="0"/>
              </a:rPr>
              <a:t>POSP015BU</a:t>
            </a:r>
          </a:p>
        </p:txBody>
      </p:sp>
      <p:cxnSp>
        <p:nvCxnSpPr>
          <p:cNvPr id="105" name="Elbow Connector 104">
            <a:extLst>
              <a:ext uri="{FF2B5EF4-FFF2-40B4-BE49-F238E27FC236}">
                <a16:creationId xmlns:a16="http://schemas.microsoft.com/office/drawing/2014/main" id="{2583483C-D993-45D2-A6D5-7FBE8BF0A3FE}"/>
              </a:ext>
            </a:extLst>
          </p:cNvPr>
          <p:cNvCxnSpPr>
            <a:stCxn id="9" idx="4"/>
            <a:endCxn id="102" idx="1"/>
          </p:cNvCxnSpPr>
          <p:nvPr/>
        </p:nvCxnSpPr>
        <p:spPr>
          <a:xfrm flipV="1">
            <a:off x="6477000" y="1316039"/>
            <a:ext cx="304800" cy="1017587"/>
          </a:xfrm>
          <a:prstGeom prst="bentConnector3">
            <a:avLst>
              <a:gd name="adj1" fmla="val 50000"/>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19" name="Elbow Connector 118">
            <a:extLst>
              <a:ext uri="{FF2B5EF4-FFF2-40B4-BE49-F238E27FC236}">
                <a16:creationId xmlns:a16="http://schemas.microsoft.com/office/drawing/2014/main" id="{B3A4D5F9-1E16-CCCE-9A1D-249D11BE2456}"/>
              </a:ext>
            </a:extLst>
          </p:cNvPr>
          <p:cNvCxnSpPr>
            <a:stCxn id="28" idx="3"/>
            <a:endCxn id="30" idx="1"/>
          </p:cNvCxnSpPr>
          <p:nvPr/>
        </p:nvCxnSpPr>
        <p:spPr>
          <a:xfrm flipV="1">
            <a:off x="4041776" y="3021013"/>
            <a:ext cx="225425" cy="150842"/>
          </a:xfrm>
          <a:prstGeom prst="bentConnector3">
            <a:avLst>
              <a:gd name="adj1" fmla="val 50000"/>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35" name="Elbow Connector 134">
            <a:extLst>
              <a:ext uri="{FF2B5EF4-FFF2-40B4-BE49-F238E27FC236}">
                <a16:creationId xmlns:a16="http://schemas.microsoft.com/office/drawing/2014/main" id="{B21EF308-912D-FF2B-735C-368706E34929}"/>
              </a:ext>
            </a:extLst>
          </p:cNvPr>
          <p:cNvCxnSpPr>
            <a:stCxn id="28" idx="3"/>
            <a:endCxn id="50" idx="1"/>
          </p:cNvCxnSpPr>
          <p:nvPr/>
        </p:nvCxnSpPr>
        <p:spPr>
          <a:xfrm>
            <a:off x="4041776" y="3171856"/>
            <a:ext cx="225425" cy="380177"/>
          </a:xfrm>
          <a:prstGeom prst="bentConnector3">
            <a:avLst>
              <a:gd name="adj1" fmla="val 50000"/>
            </a:avLst>
          </a:prstGeom>
          <a:ln>
            <a:tailEnd type="arrow"/>
          </a:ln>
        </p:spPr>
        <p:style>
          <a:lnRef idx="1">
            <a:schemeClr val="accent1"/>
          </a:lnRef>
          <a:fillRef idx="0">
            <a:schemeClr val="accent1"/>
          </a:fillRef>
          <a:effectRef idx="0">
            <a:schemeClr val="accent1"/>
          </a:effectRef>
          <a:fontRef idx="minor">
            <a:schemeClr val="tx1"/>
          </a:fontRef>
        </p:style>
      </p:cxnSp>
      <p:sp>
        <p:nvSpPr>
          <p:cNvPr id="143" name="Flowchart: Direct Access Storage 142">
            <a:extLst>
              <a:ext uri="{FF2B5EF4-FFF2-40B4-BE49-F238E27FC236}">
                <a16:creationId xmlns:a16="http://schemas.microsoft.com/office/drawing/2014/main" id="{0A00BB77-4944-C233-7754-B784B7DC5B1B}"/>
              </a:ext>
            </a:extLst>
          </p:cNvPr>
          <p:cNvSpPr/>
          <p:nvPr/>
        </p:nvSpPr>
        <p:spPr>
          <a:xfrm>
            <a:off x="3276600" y="1752600"/>
            <a:ext cx="1066800" cy="381000"/>
          </a:xfrm>
          <a:prstGeom prst="flowChartMagneticDrum">
            <a:avLst/>
          </a:prstGeom>
          <a:gradFill>
            <a:gsLst>
              <a:gs pos="0">
                <a:srgbClr val="DDEBCF"/>
              </a:gs>
              <a:gs pos="50000">
                <a:srgbClr val="9CB86E"/>
              </a:gs>
              <a:gs pos="100000">
                <a:srgbClr val="156B13"/>
              </a:gs>
            </a:gsLst>
            <a:lin ang="5400000" scaled="0"/>
          </a:gra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dirty="0"/>
          </a:p>
        </p:txBody>
      </p:sp>
      <p:sp>
        <p:nvSpPr>
          <p:cNvPr id="6199" name="TextBox 9">
            <a:extLst>
              <a:ext uri="{FF2B5EF4-FFF2-40B4-BE49-F238E27FC236}">
                <a16:creationId xmlns:a16="http://schemas.microsoft.com/office/drawing/2014/main" id="{03453E94-F5F0-A401-0D58-B7ECB0B736C4}"/>
              </a:ext>
            </a:extLst>
          </p:cNvPr>
          <p:cNvSpPr txBox="1">
            <a:spLocks noChangeArrowheads="1"/>
          </p:cNvSpPr>
          <p:nvPr/>
        </p:nvSpPr>
        <p:spPr bwMode="auto">
          <a:xfrm>
            <a:off x="3352800" y="1828801"/>
            <a:ext cx="609600" cy="214313"/>
          </a:xfrm>
          <a:prstGeom prst="rect">
            <a:avLst/>
          </a:prstGeom>
          <a:gradFill rotWithShape="0">
            <a:gsLst>
              <a:gs pos="0">
                <a:srgbClr val="DDEBCF"/>
              </a:gs>
              <a:gs pos="50000">
                <a:srgbClr val="9CB86E"/>
              </a:gs>
              <a:gs pos="100000">
                <a:srgbClr val="156B13"/>
              </a:gs>
            </a:gsLst>
            <a:lin ang="5400000"/>
          </a:gradFill>
          <a:ln w="9525" cap="rnd">
            <a:solidFill>
              <a:schemeClr val="accent1"/>
            </a:solidFill>
            <a:miter lim="800000"/>
            <a:headEnd/>
            <a:tailEnd/>
          </a:ln>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n-US" altLang="en-US" sz="800" dirty="0">
                <a:solidFill>
                  <a:srgbClr val="FFFF00"/>
                </a:solidFill>
                <a:latin typeface="Calibri" panose="020F0502020204030204" pitchFamily="34" charset="0"/>
              </a:rPr>
              <a:t>EODPEFT</a:t>
            </a:r>
          </a:p>
        </p:txBody>
      </p:sp>
      <p:cxnSp>
        <p:nvCxnSpPr>
          <p:cNvPr id="164" name="Shape 163">
            <a:extLst>
              <a:ext uri="{FF2B5EF4-FFF2-40B4-BE49-F238E27FC236}">
                <a16:creationId xmlns:a16="http://schemas.microsoft.com/office/drawing/2014/main" id="{7EC15543-4D49-6C94-05A8-017EB895B1F7}"/>
              </a:ext>
            </a:extLst>
          </p:cNvPr>
          <p:cNvCxnSpPr>
            <a:stCxn id="51" idx="4"/>
            <a:endCxn id="29" idx="0"/>
          </p:cNvCxnSpPr>
          <p:nvPr/>
        </p:nvCxnSpPr>
        <p:spPr>
          <a:xfrm flipH="1" flipV="1">
            <a:off x="4724400" y="2209801"/>
            <a:ext cx="1779588" cy="1077913"/>
          </a:xfrm>
          <a:prstGeom prst="bentConnector4">
            <a:avLst>
              <a:gd name="adj1" fmla="val -12842"/>
              <a:gd name="adj2" fmla="val 121216"/>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68" name="Shape 167">
            <a:extLst>
              <a:ext uri="{FF2B5EF4-FFF2-40B4-BE49-F238E27FC236}">
                <a16:creationId xmlns:a16="http://schemas.microsoft.com/office/drawing/2014/main" id="{8F81A69A-818B-0F02-F845-710ED0981058}"/>
              </a:ext>
            </a:extLst>
          </p:cNvPr>
          <p:cNvCxnSpPr>
            <a:stCxn id="143" idx="4"/>
            <a:endCxn id="29" idx="0"/>
          </p:cNvCxnSpPr>
          <p:nvPr/>
        </p:nvCxnSpPr>
        <p:spPr>
          <a:xfrm>
            <a:off x="4343400" y="1943100"/>
            <a:ext cx="381000" cy="266700"/>
          </a:xfrm>
          <a:prstGeom prst="bentConnector2">
            <a:avLst/>
          </a:prstGeom>
          <a:ln>
            <a:headEnd type="arrow"/>
            <a:tailEnd type="arrow"/>
          </a:ln>
        </p:spPr>
        <p:style>
          <a:lnRef idx="1">
            <a:schemeClr val="accent1"/>
          </a:lnRef>
          <a:fillRef idx="0">
            <a:schemeClr val="accent1"/>
          </a:fillRef>
          <a:effectRef idx="0">
            <a:schemeClr val="accent1"/>
          </a:effectRef>
          <a:fontRef idx="minor">
            <a:schemeClr val="tx1"/>
          </a:fontRef>
        </p:style>
      </p:cxnSp>
      <p:sp>
        <p:nvSpPr>
          <p:cNvPr id="6202" name="TextBox 85">
            <a:extLst>
              <a:ext uri="{FF2B5EF4-FFF2-40B4-BE49-F238E27FC236}">
                <a16:creationId xmlns:a16="http://schemas.microsoft.com/office/drawing/2014/main" id="{F4408154-C535-9363-63BE-4A3C9E7B7835}"/>
              </a:ext>
            </a:extLst>
          </p:cNvPr>
          <p:cNvSpPr txBox="1">
            <a:spLocks noChangeArrowheads="1"/>
          </p:cNvSpPr>
          <p:nvPr/>
        </p:nvSpPr>
        <p:spPr bwMode="auto">
          <a:xfrm>
            <a:off x="3067050" y="5045075"/>
            <a:ext cx="762000" cy="215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sz="800" dirty="0"/>
              <a:t>FLEXCASH</a:t>
            </a:r>
          </a:p>
        </p:txBody>
      </p:sp>
      <p:sp>
        <p:nvSpPr>
          <p:cNvPr id="211" name="TextBox 210">
            <a:extLst>
              <a:ext uri="{FF2B5EF4-FFF2-40B4-BE49-F238E27FC236}">
                <a16:creationId xmlns:a16="http://schemas.microsoft.com/office/drawing/2014/main" id="{53BF472C-0AAB-5CE8-8FA3-0DE5B4BFFB92}"/>
              </a:ext>
            </a:extLst>
          </p:cNvPr>
          <p:cNvSpPr txBox="1"/>
          <p:nvPr/>
        </p:nvSpPr>
        <p:spPr>
          <a:xfrm>
            <a:off x="5029200" y="3751263"/>
            <a:ext cx="1295400" cy="246062"/>
          </a:xfrm>
          <a:prstGeom prst="rect">
            <a:avLst/>
          </a:prstGeom>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a:ln cap="rnd">
            <a:solidFill>
              <a:schemeClr val="accent1"/>
            </a:solidFill>
          </a:ln>
        </p:spPr>
        <p:txBody>
          <a:bodyPr>
            <a:spAutoFit/>
          </a:bodyPr>
          <a:lstStyle/>
          <a:p>
            <a:pPr>
              <a:defRPr/>
            </a:pPr>
            <a:r>
              <a:rPr lang="en-US" sz="1000" b="1" i="1" dirty="0"/>
              <a:t>POSCSETLIB</a:t>
            </a:r>
          </a:p>
        </p:txBody>
      </p:sp>
      <p:sp>
        <p:nvSpPr>
          <p:cNvPr id="220" name="TextBox 219">
            <a:extLst>
              <a:ext uri="{FF2B5EF4-FFF2-40B4-BE49-F238E27FC236}">
                <a16:creationId xmlns:a16="http://schemas.microsoft.com/office/drawing/2014/main" id="{922EFD4C-F99B-9AD2-AC15-FFA9E7AD58DD}"/>
              </a:ext>
            </a:extLst>
          </p:cNvPr>
          <p:cNvSpPr txBox="1"/>
          <p:nvPr/>
        </p:nvSpPr>
        <p:spPr>
          <a:xfrm>
            <a:off x="3151188" y="5638801"/>
            <a:ext cx="1268412" cy="246063"/>
          </a:xfrm>
          <a:prstGeom prst="rect">
            <a:avLst/>
          </a:prstGeom>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a:ln cap="rnd">
            <a:solidFill>
              <a:schemeClr val="accent1"/>
            </a:solidFill>
          </a:ln>
        </p:spPr>
        <p:txBody>
          <a:bodyPr>
            <a:spAutoFit/>
          </a:bodyPr>
          <a:lstStyle/>
          <a:p>
            <a:pPr>
              <a:defRPr/>
            </a:pPr>
            <a:r>
              <a:rPr lang="en-US" sz="1000" b="1" i="1" dirty="0"/>
              <a:t>POSB313 </a:t>
            </a:r>
            <a:r>
              <a:rPr lang="en-US" sz="800" b="1" i="1" dirty="0"/>
              <a:t>Australia</a:t>
            </a:r>
          </a:p>
        </p:txBody>
      </p:sp>
      <p:cxnSp>
        <p:nvCxnSpPr>
          <p:cNvPr id="234" name="Elbow Connector 233">
            <a:extLst>
              <a:ext uri="{FF2B5EF4-FFF2-40B4-BE49-F238E27FC236}">
                <a16:creationId xmlns:a16="http://schemas.microsoft.com/office/drawing/2014/main" id="{0FC0FC8C-8F26-E45C-286A-C9C000131F6C}"/>
              </a:ext>
            </a:extLst>
          </p:cNvPr>
          <p:cNvCxnSpPr>
            <a:stCxn id="88" idx="3"/>
            <a:endCxn id="211" idx="1"/>
          </p:cNvCxnSpPr>
          <p:nvPr/>
        </p:nvCxnSpPr>
        <p:spPr>
          <a:xfrm flipV="1">
            <a:off x="4572000" y="3874294"/>
            <a:ext cx="457200" cy="905202"/>
          </a:xfrm>
          <a:prstGeom prst="bentConnector3">
            <a:avLst>
              <a:gd name="adj1" fmla="val 50000"/>
            </a:avLst>
          </a:prstGeom>
          <a:ln>
            <a:tailEnd type="arrow"/>
          </a:ln>
        </p:spPr>
        <p:style>
          <a:lnRef idx="1">
            <a:schemeClr val="accent1"/>
          </a:lnRef>
          <a:fillRef idx="0">
            <a:schemeClr val="accent1"/>
          </a:fillRef>
          <a:effectRef idx="0">
            <a:schemeClr val="accent1"/>
          </a:effectRef>
          <a:fontRef idx="minor">
            <a:schemeClr val="tx1"/>
          </a:fontRef>
        </p:style>
      </p:cxnSp>
      <p:cxnSp>
        <p:nvCxnSpPr>
          <p:cNvPr id="235" name="Elbow Connector 234">
            <a:extLst>
              <a:ext uri="{FF2B5EF4-FFF2-40B4-BE49-F238E27FC236}">
                <a16:creationId xmlns:a16="http://schemas.microsoft.com/office/drawing/2014/main" id="{B5594D6F-D7F7-1A04-0EC2-5248EA3AFE2C}"/>
              </a:ext>
            </a:extLst>
          </p:cNvPr>
          <p:cNvCxnSpPr>
            <a:stCxn id="88" idx="3"/>
            <a:endCxn id="89" idx="1"/>
          </p:cNvCxnSpPr>
          <p:nvPr/>
        </p:nvCxnSpPr>
        <p:spPr>
          <a:xfrm flipV="1">
            <a:off x="4572000" y="4326732"/>
            <a:ext cx="457200" cy="452764"/>
          </a:xfrm>
          <a:prstGeom prst="bentConnector3">
            <a:avLst>
              <a:gd name="adj1" fmla="val 50000"/>
            </a:avLst>
          </a:prstGeom>
          <a:ln>
            <a:tailEnd type="arrow"/>
          </a:ln>
        </p:spPr>
        <p:style>
          <a:lnRef idx="1">
            <a:schemeClr val="accent1"/>
          </a:lnRef>
          <a:fillRef idx="0">
            <a:schemeClr val="accent1"/>
          </a:fillRef>
          <a:effectRef idx="0">
            <a:schemeClr val="accent1"/>
          </a:effectRef>
          <a:fontRef idx="minor">
            <a:schemeClr val="tx1"/>
          </a:fontRef>
        </p:style>
      </p:cxnSp>
      <p:sp>
        <p:nvSpPr>
          <p:cNvPr id="263" name="TextBox 262">
            <a:extLst>
              <a:ext uri="{FF2B5EF4-FFF2-40B4-BE49-F238E27FC236}">
                <a16:creationId xmlns:a16="http://schemas.microsoft.com/office/drawing/2014/main" id="{A3853F5B-0DEA-D8B5-C49B-6B7CA587370E}"/>
              </a:ext>
            </a:extLst>
          </p:cNvPr>
          <p:cNvSpPr txBox="1"/>
          <p:nvPr/>
        </p:nvSpPr>
        <p:spPr>
          <a:xfrm>
            <a:off x="1698625" y="5626101"/>
            <a:ext cx="1295400" cy="246063"/>
          </a:xfrm>
          <a:prstGeom prst="rect">
            <a:avLst/>
          </a:prstGeom>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a:ln cap="rnd">
            <a:solidFill>
              <a:schemeClr val="accent1"/>
            </a:solidFill>
          </a:ln>
        </p:spPr>
        <p:txBody>
          <a:bodyPr>
            <a:spAutoFit/>
          </a:bodyPr>
          <a:lstStyle/>
          <a:p>
            <a:pPr>
              <a:defRPr/>
            </a:pPr>
            <a:r>
              <a:rPr lang="en-US" sz="1000" b="1" i="1" dirty="0"/>
              <a:t>POSC315 </a:t>
            </a:r>
            <a:r>
              <a:rPr lang="en-US" sz="800" b="1" i="1" dirty="0"/>
              <a:t>Germany </a:t>
            </a:r>
            <a:endParaRPr lang="en-US" sz="1000" b="1" i="1" dirty="0"/>
          </a:p>
        </p:txBody>
      </p:sp>
      <p:sp>
        <p:nvSpPr>
          <p:cNvPr id="264" name="TextBox 263">
            <a:extLst>
              <a:ext uri="{FF2B5EF4-FFF2-40B4-BE49-F238E27FC236}">
                <a16:creationId xmlns:a16="http://schemas.microsoft.com/office/drawing/2014/main" id="{6ADE2400-974D-9D89-5D8E-2F9184720947}"/>
              </a:ext>
            </a:extLst>
          </p:cNvPr>
          <p:cNvSpPr txBox="1"/>
          <p:nvPr/>
        </p:nvSpPr>
        <p:spPr>
          <a:xfrm>
            <a:off x="5029200" y="5029201"/>
            <a:ext cx="1295400" cy="246221"/>
          </a:xfrm>
          <a:prstGeom prst="rect">
            <a:avLst/>
          </a:prstGeom>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a:ln cap="rnd">
            <a:solidFill>
              <a:schemeClr val="accent1"/>
            </a:solidFill>
          </a:ln>
        </p:spPr>
        <p:txBody>
          <a:bodyPr>
            <a:spAutoFit/>
          </a:bodyPr>
          <a:lstStyle/>
          <a:p>
            <a:pPr>
              <a:defRPr/>
            </a:pPr>
            <a:r>
              <a:rPr lang="en-US" sz="1000" b="1" i="1" dirty="0">
                <a:gradFill>
                  <a:gsLst>
                    <a:gs pos="0">
                      <a:srgbClr val="000082"/>
                    </a:gs>
                    <a:gs pos="30000">
                      <a:srgbClr val="66008F"/>
                    </a:gs>
                    <a:gs pos="64999">
                      <a:srgbClr val="BA0066"/>
                    </a:gs>
                    <a:gs pos="89999">
                      <a:srgbClr val="FF0000"/>
                    </a:gs>
                    <a:gs pos="100000">
                      <a:srgbClr val="FF8200"/>
                    </a:gs>
                  </a:gsLst>
                  <a:lin ang="5400000" scaled="0"/>
                </a:gradFill>
              </a:rPr>
              <a:t>POSC317 </a:t>
            </a:r>
            <a:r>
              <a:rPr lang="en-US" sz="800" b="1" i="1" dirty="0">
                <a:gradFill>
                  <a:gsLst>
                    <a:gs pos="0">
                      <a:srgbClr val="000082"/>
                    </a:gs>
                    <a:gs pos="30000">
                      <a:srgbClr val="66008F"/>
                    </a:gs>
                    <a:gs pos="64999">
                      <a:srgbClr val="BA0066"/>
                    </a:gs>
                    <a:gs pos="89999">
                      <a:srgbClr val="FF0000"/>
                    </a:gs>
                    <a:gs pos="100000">
                      <a:srgbClr val="FF8200"/>
                    </a:gs>
                  </a:gsLst>
                  <a:lin ang="5400000" scaled="0"/>
                </a:gradFill>
              </a:rPr>
              <a:t>5,7 or 8</a:t>
            </a:r>
          </a:p>
        </p:txBody>
      </p:sp>
      <p:sp>
        <p:nvSpPr>
          <p:cNvPr id="265" name="TextBox 264">
            <a:extLst>
              <a:ext uri="{FF2B5EF4-FFF2-40B4-BE49-F238E27FC236}">
                <a16:creationId xmlns:a16="http://schemas.microsoft.com/office/drawing/2014/main" id="{E33B6A7B-90E1-C106-35CE-6898CD05B2CD}"/>
              </a:ext>
            </a:extLst>
          </p:cNvPr>
          <p:cNvSpPr txBox="1"/>
          <p:nvPr/>
        </p:nvSpPr>
        <p:spPr>
          <a:xfrm>
            <a:off x="3151188" y="5942013"/>
            <a:ext cx="1295400" cy="246062"/>
          </a:xfrm>
          <a:prstGeom prst="rect">
            <a:avLst/>
          </a:prstGeom>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a:ln cap="rnd">
            <a:solidFill>
              <a:schemeClr val="accent1"/>
            </a:solidFill>
          </a:ln>
        </p:spPr>
        <p:txBody>
          <a:bodyPr>
            <a:spAutoFit/>
          </a:bodyPr>
          <a:lstStyle/>
          <a:p>
            <a:pPr>
              <a:defRPr/>
            </a:pPr>
            <a:r>
              <a:rPr lang="en-US" sz="1000" b="1" i="1" dirty="0"/>
              <a:t>POSB322 </a:t>
            </a:r>
            <a:r>
              <a:rPr lang="en-US" sz="800" b="1" i="1" dirty="0"/>
              <a:t>UK 5,7,8 RJE</a:t>
            </a:r>
          </a:p>
        </p:txBody>
      </p:sp>
      <p:cxnSp>
        <p:nvCxnSpPr>
          <p:cNvPr id="276" name="Elbow Connector 275">
            <a:extLst>
              <a:ext uri="{FF2B5EF4-FFF2-40B4-BE49-F238E27FC236}">
                <a16:creationId xmlns:a16="http://schemas.microsoft.com/office/drawing/2014/main" id="{50C8D221-B593-2D0A-7842-8D15B37AF0F4}"/>
              </a:ext>
            </a:extLst>
          </p:cNvPr>
          <p:cNvCxnSpPr>
            <a:stCxn id="50" idx="3"/>
            <a:endCxn id="6166" idx="1"/>
          </p:cNvCxnSpPr>
          <p:nvPr/>
        </p:nvCxnSpPr>
        <p:spPr>
          <a:xfrm flipV="1">
            <a:off x="5181601" y="3281363"/>
            <a:ext cx="301625" cy="271462"/>
          </a:xfrm>
          <a:prstGeom prst="bentConnector3">
            <a:avLst>
              <a:gd name="adj1" fmla="val 50000"/>
            </a:avLst>
          </a:prstGeom>
          <a:ln>
            <a:tailEnd type="arrow"/>
          </a:ln>
        </p:spPr>
        <p:style>
          <a:lnRef idx="1">
            <a:schemeClr val="accent1"/>
          </a:lnRef>
          <a:fillRef idx="0">
            <a:schemeClr val="accent1"/>
          </a:fillRef>
          <a:effectRef idx="0">
            <a:schemeClr val="accent1"/>
          </a:effectRef>
          <a:fontRef idx="minor">
            <a:schemeClr val="tx1"/>
          </a:fontRef>
        </p:style>
      </p:cxnSp>
      <p:sp>
        <p:nvSpPr>
          <p:cNvPr id="287" name="TextBox 286">
            <a:extLst>
              <a:ext uri="{FF2B5EF4-FFF2-40B4-BE49-F238E27FC236}">
                <a16:creationId xmlns:a16="http://schemas.microsoft.com/office/drawing/2014/main" id="{36290598-9F4C-3931-0E68-3E7320F8F327}"/>
              </a:ext>
            </a:extLst>
          </p:cNvPr>
          <p:cNvSpPr txBox="1"/>
          <p:nvPr/>
        </p:nvSpPr>
        <p:spPr>
          <a:xfrm>
            <a:off x="1652588" y="5907088"/>
            <a:ext cx="1295400" cy="246062"/>
          </a:xfrm>
          <a:prstGeom prst="rect">
            <a:avLst/>
          </a:prstGeom>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a:ln cap="rnd">
            <a:solidFill>
              <a:schemeClr val="accent1"/>
            </a:solidFill>
          </a:ln>
        </p:spPr>
        <p:txBody>
          <a:bodyPr>
            <a:spAutoFit/>
          </a:bodyPr>
          <a:lstStyle/>
          <a:p>
            <a:pPr>
              <a:defRPr/>
            </a:pPr>
            <a:r>
              <a:rPr lang="en-US" sz="1000" b="1" i="1" dirty="0"/>
              <a:t>POSB330  </a:t>
            </a:r>
            <a:r>
              <a:rPr lang="en-US" sz="800" b="1" i="1" dirty="0"/>
              <a:t>Spain,France</a:t>
            </a:r>
          </a:p>
        </p:txBody>
      </p:sp>
      <p:sp>
        <p:nvSpPr>
          <p:cNvPr id="288" name="TextBox 287">
            <a:extLst>
              <a:ext uri="{FF2B5EF4-FFF2-40B4-BE49-F238E27FC236}">
                <a16:creationId xmlns:a16="http://schemas.microsoft.com/office/drawing/2014/main" id="{0C100FCA-EA85-1408-73DA-F7E989AC6CBE}"/>
              </a:ext>
            </a:extLst>
          </p:cNvPr>
          <p:cNvSpPr txBox="1"/>
          <p:nvPr/>
        </p:nvSpPr>
        <p:spPr>
          <a:xfrm>
            <a:off x="1652588" y="6210301"/>
            <a:ext cx="1295400" cy="246063"/>
          </a:xfrm>
          <a:prstGeom prst="rect">
            <a:avLst/>
          </a:prstGeom>
          <a:blipFill>
            <a:blip r:embed="rId2" cstate="print"/>
            <a:tile tx="0" ty="0" sx="100000" sy="100000" flip="none" algn="tl"/>
          </a:blipFill>
          <a:ln cap="rnd">
            <a:solidFill>
              <a:schemeClr val="accent1"/>
            </a:solidFill>
          </a:ln>
        </p:spPr>
        <p:txBody>
          <a:bodyPr>
            <a:spAutoFit/>
          </a:bodyPr>
          <a:lstStyle/>
          <a:p>
            <a:pPr>
              <a:defRPr/>
            </a:pPr>
            <a:r>
              <a:rPr lang="en-US" sz="1000" b="1" i="1" dirty="0"/>
              <a:t>POSC325 </a:t>
            </a:r>
            <a:r>
              <a:rPr lang="en-US" sz="800" b="1" i="1" dirty="0"/>
              <a:t>UK cc report</a:t>
            </a:r>
            <a:endParaRPr lang="en-US" sz="1000" b="1" i="1" dirty="0"/>
          </a:p>
        </p:txBody>
      </p:sp>
      <p:sp>
        <p:nvSpPr>
          <p:cNvPr id="290" name="TextBox 289">
            <a:extLst>
              <a:ext uri="{FF2B5EF4-FFF2-40B4-BE49-F238E27FC236}">
                <a16:creationId xmlns:a16="http://schemas.microsoft.com/office/drawing/2014/main" id="{4969B40E-9890-CD90-7D59-26F9DEA179BA}"/>
              </a:ext>
            </a:extLst>
          </p:cNvPr>
          <p:cNvSpPr txBox="1"/>
          <p:nvPr/>
        </p:nvSpPr>
        <p:spPr>
          <a:xfrm>
            <a:off x="1652588" y="6535738"/>
            <a:ext cx="1295400" cy="246062"/>
          </a:xfrm>
          <a:prstGeom prst="rect">
            <a:avLst/>
          </a:prstGeom>
          <a:blipFill>
            <a:blip r:embed="rId2" cstate="print"/>
            <a:tile tx="0" ty="0" sx="100000" sy="100000" flip="none" algn="tl"/>
          </a:blipFill>
          <a:ln cap="rnd">
            <a:solidFill>
              <a:schemeClr val="accent1"/>
            </a:solidFill>
          </a:ln>
        </p:spPr>
        <p:txBody>
          <a:bodyPr>
            <a:spAutoFit/>
          </a:bodyPr>
          <a:lstStyle/>
          <a:p>
            <a:pPr>
              <a:defRPr/>
            </a:pPr>
            <a:r>
              <a:rPr lang="en-US" sz="1000" b="1" i="1" dirty="0"/>
              <a:t>POSB320  </a:t>
            </a:r>
            <a:r>
              <a:rPr lang="en-US" sz="800" b="1" i="1" dirty="0"/>
              <a:t>UK cc report </a:t>
            </a:r>
          </a:p>
        </p:txBody>
      </p:sp>
      <p:cxnSp>
        <p:nvCxnSpPr>
          <p:cNvPr id="296" name="Straight Arrow Connector 295">
            <a:extLst>
              <a:ext uri="{FF2B5EF4-FFF2-40B4-BE49-F238E27FC236}">
                <a16:creationId xmlns:a16="http://schemas.microsoft.com/office/drawing/2014/main" id="{D221D0CD-2BC6-C09E-A71C-9D667A35B89C}"/>
              </a:ext>
            </a:extLst>
          </p:cNvPr>
          <p:cNvCxnSpPr/>
          <p:nvPr/>
        </p:nvCxnSpPr>
        <p:spPr>
          <a:xfrm>
            <a:off x="3124201" y="5084764"/>
            <a:ext cx="612775" cy="1587"/>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297" name="Straight Arrow Connector 296">
            <a:extLst>
              <a:ext uri="{FF2B5EF4-FFF2-40B4-BE49-F238E27FC236}">
                <a16:creationId xmlns:a16="http://schemas.microsoft.com/office/drawing/2014/main" id="{87DA3C99-F3F3-D0F4-A45A-87B20559798B}"/>
              </a:ext>
            </a:extLst>
          </p:cNvPr>
          <p:cNvCxnSpPr/>
          <p:nvPr/>
        </p:nvCxnSpPr>
        <p:spPr>
          <a:xfrm>
            <a:off x="3124201" y="4943475"/>
            <a:ext cx="612775"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298" name="Straight Arrow Connector 297">
            <a:extLst>
              <a:ext uri="{FF2B5EF4-FFF2-40B4-BE49-F238E27FC236}">
                <a16:creationId xmlns:a16="http://schemas.microsoft.com/office/drawing/2014/main" id="{6CA79FDD-0D52-79E9-DBE7-13A3503578D0}"/>
              </a:ext>
            </a:extLst>
          </p:cNvPr>
          <p:cNvCxnSpPr/>
          <p:nvPr/>
        </p:nvCxnSpPr>
        <p:spPr>
          <a:xfrm>
            <a:off x="3124201" y="4787900"/>
            <a:ext cx="612775"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299" name="Straight Arrow Connector 298">
            <a:extLst>
              <a:ext uri="{FF2B5EF4-FFF2-40B4-BE49-F238E27FC236}">
                <a16:creationId xmlns:a16="http://schemas.microsoft.com/office/drawing/2014/main" id="{B7F7C04F-A852-D6D1-DDB0-316BFB586982}"/>
              </a:ext>
            </a:extLst>
          </p:cNvPr>
          <p:cNvCxnSpPr/>
          <p:nvPr/>
        </p:nvCxnSpPr>
        <p:spPr>
          <a:xfrm>
            <a:off x="3124201" y="4441825"/>
            <a:ext cx="612775"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300" name="Straight Arrow Connector 299">
            <a:extLst>
              <a:ext uri="{FF2B5EF4-FFF2-40B4-BE49-F238E27FC236}">
                <a16:creationId xmlns:a16="http://schemas.microsoft.com/office/drawing/2014/main" id="{DE27B885-8AB9-4F2F-1CE1-ED0AFB356F31}"/>
              </a:ext>
            </a:extLst>
          </p:cNvPr>
          <p:cNvCxnSpPr/>
          <p:nvPr/>
        </p:nvCxnSpPr>
        <p:spPr>
          <a:xfrm>
            <a:off x="3124201" y="4087814"/>
            <a:ext cx="612775" cy="1587"/>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373" name="Flowchart: Direct Access Storage 372">
            <a:extLst>
              <a:ext uri="{FF2B5EF4-FFF2-40B4-BE49-F238E27FC236}">
                <a16:creationId xmlns:a16="http://schemas.microsoft.com/office/drawing/2014/main" id="{590D3599-79C6-74A8-D5DA-F0F426E17A87}"/>
              </a:ext>
            </a:extLst>
          </p:cNvPr>
          <p:cNvSpPr/>
          <p:nvPr/>
        </p:nvSpPr>
        <p:spPr>
          <a:xfrm>
            <a:off x="6781800" y="3581400"/>
            <a:ext cx="914400" cy="381000"/>
          </a:xfrm>
          <a:prstGeom prst="flowChartMagneticDrum">
            <a:avLst/>
          </a:prstGeom>
          <a:gradFill>
            <a:gsLst>
              <a:gs pos="0">
                <a:srgbClr val="DDEBCF"/>
              </a:gs>
              <a:gs pos="50000">
                <a:srgbClr val="9CB86E"/>
              </a:gs>
              <a:gs pos="100000">
                <a:srgbClr val="156B13"/>
              </a:gs>
            </a:gsLst>
            <a:lin ang="5400000" scaled="0"/>
          </a:gra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dirty="0"/>
          </a:p>
        </p:txBody>
      </p:sp>
      <p:sp>
        <p:nvSpPr>
          <p:cNvPr id="6220" name="TextBox 36">
            <a:extLst>
              <a:ext uri="{FF2B5EF4-FFF2-40B4-BE49-F238E27FC236}">
                <a16:creationId xmlns:a16="http://schemas.microsoft.com/office/drawing/2014/main" id="{4F268E7D-877C-9542-8761-A7500198231E}"/>
              </a:ext>
            </a:extLst>
          </p:cNvPr>
          <p:cNvSpPr txBox="1">
            <a:spLocks noChangeArrowheads="1"/>
          </p:cNvSpPr>
          <p:nvPr/>
        </p:nvSpPr>
        <p:spPr bwMode="auto">
          <a:xfrm>
            <a:off x="6858000" y="3657600"/>
            <a:ext cx="609600" cy="215900"/>
          </a:xfrm>
          <a:prstGeom prst="rect">
            <a:avLst/>
          </a:prstGeom>
          <a:gradFill rotWithShape="0">
            <a:gsLst>
              <a:gs pos="0">
                <a:srgbClr val="DDEBCF"/>
              </a:gs>
              <a:gs pos="50000">
                <a:srgbClr val="9CB86E"/>
              </a:gs>
              <a:gs pos="100000">
                <a:srgbClr val="156B13"/>
              </a:gs>
            </a:gsLst>
            <a:lin ang="5400000"/>
          </a:gradFill>
          <a:ln w="9525" cap="rnd">
            <a:solidFill>
              <a:schemeClr val="accent1"/>
            </a:solidFill>
            <a:miter lim="800000"/>
            <a:headEnd/>
            <a:tailEnd/>
          </a:ln>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n-US" altLang="en-US" sz="800" dirty="0">
                <a:solidFill>
                  <a:srgbClr val="FFFF00"/>
                </a:solidFill>
                <a:latin typeface="Calibri" panose="020F0502020204030204" pitchFamily="34" charset="0"/>
              </a:rPr>
              <a:t>POSP0001</a:t>
            </a:r>
          </a:p>
        </p:txBody>
      </p:sp>
      <p:cxnSp>
        <p:nvCxnSpPr>
          <p:cNvPr id="376" name="Elbow Connector 375">
            <a:extLst>
              <a:ext uri="{FF2B5EF4-FFF2-40B4-BE49-F238E27FC236}">
                <a16:creationId xmlns:a16="http://schemas.microsoft.com/office/drawing/2014/main" id="{8DC06604-FB4A-DEB6-7F19-8F57EE798762}"/>
              </a:ext>
            </a:extLst>
          </p:cNvPr>
          <p:cNvCxnSpPr>
            <a:stCxn id="211" idx="3"/>
            <a:endCxn id="373" idx="1"/>
          </p:cNvCxnSpPr>
          <p:nvPr/>
        </p:nvCxnSpPr>
        <p:spPr>
          <a:xfrm flipV="1">
            <a:off x="6324600" y="3771900"/>
            <a:ext cx="457200" cy="101600"/>
          </a:xfrm>
          <a:prstGeom prst="bentConnector3">
            <a:avLst>
              <a:gd name="adj1" fmla="val 50000"/>
            </a:avLst>
          </a:prstGeom>
          <a:ln>
            <a:tailEnd type="arrow"/>
          </a:ln>
        </p:spPr>
        <p:style>
          <a:lnRef idx="1">
            <a:schemeClr val="accent1"/>
          </a:lnRef>
          <a:fillRef idx="0">
            <a:schemeClr val="accent1"/>
          </a:fillRef>
          <a:effectRef idx="0">
            <a:schemeClr val="accent1"/>
          </a:effectRef>
          <a:fontRef idx="minor">
            <a:schemeClr val="tx1"/>
          </a:fontRef>
        </p:style>
      </p:cxnSp>
      <p:cxnSp>
        <p:nvCxnSpPr>
          <p:cNvPr id="391" name="Elbow Connector 390">
            <a:extLst>
              <a:ext uri="{FF2B5EF4-FFF2-40B4-BE49-F238E27FC236}">
                <a16:creationId xmlns:a16="http://schemas.microsoft.com/office/drawing/2014/main" id="{7EAFE676-7B79-46E7-F509-6F5353FF4E0C}"/>
              </a:ext>
            </a:extLst>
          </p:cNvPr>
          <p:cNvCxnSpPr>
            <a:stCxn id="9" idx="4"/>
            <a:endCxn id="31" idx="1"/>
          </p:cNvCxnSpPr>
          <p:nvPr/>
        </p:nvCxnSpPr>
        <p:spPr>
          <a:xfrm flipV="1">
            <a:off x="6477000" y="1868489"/>
            <a:ext cx="304800" cy="465137"/>
          </a:xfrm>
          <a:prstGeom prst="bentConnector3">
            <a:avLst>
              <a:gd name="adj1" fmla="val 50000"/>
            </a:avLst>
          </a:prstGeom>
          <a:ln>
            <a:tailEnd type="arrow"/>
          </a:ln>
        </p:spPr>
        <p:style>
          <a:lnRef idx="1">
            <a:schemeClr val="accent1"/>
          </a:lnRef>
          <a:fillRef idx="0">
            <a:schemeClr val="accent1"/>
          </a:fillRef>
          <a:effectRef idx="0">
            <a:schemeClr val="accent1"/>
          </a:effectRef>
          <a:fontRef idx="minor">
            <a:schemeClr val="tx1"/>
          </a:fontRef>
        </p:style>
      </p:cxnSp>
      <p:cxnSp>
        <p:nvCxnSpPr>
          <p:cNvPr id="393" name="Elbow Connector 392">
            <a:extLst>
              <a:ext uri="{FF2B5EF4-FFF2-40B4-BE49-F238E27FC236}">
                <a16:creationId xmlns:a16="http://schemas.microsoft.com/office/drawing/2014/main" id="{6DF3508D-5E13-B347-EF01-00E0939F42A7}"/>
              </a:ext>
            </a:extLst>
          </p:cNvPr>
          <p:cNvCxnSpPr>
            <a:stCxn id="31" idx="3"/>
            <a:endCxn id="34" idx="1"/>
          </p:cNvCxnSpPr>
          <p:nvPr/>
        </p:nvCxnSpPr>
        <p:spPr>
          <a:xfrm flipV="1">
            <a:off x="7772400" y="1257300"/>
            <a:ext cx="304800" cy="611188"/>
          </a:xfrm>
          <a:prstGeom prst="bentConnector3">
            <a:avLst>
              <a:gd name="adj1" fmla="val 50000"/>
            </a:avLst>
          </a:prstGeom>
          <a:ln>
            <a:tailEnd type="arrow"/>
          </a:ln>
        </p:spPr>
        <p:style>
          <a:lnRef idx="1">
            <a:schemeClr val="accent1"/>
          </a:lnRef>
          <a:fillRef idx="0">
            <a:schemeClr val="accent1"/>
          </a:fillRef>
          <a:effectRef idx="0">
            <a:schemeClr val="accent1"/>
          </a:effectRef>
          <a:fontRef idx="minor">
            <a:schemeClr val="tx1"/>
          </a:fontRef>
        </p:style>
      </p:cxnSp>
      <p:sp>
        <p:nvSpPr>
          <p:cNvPr id="95" name="TextBox 94">
            <a:extLst>
              <a:ext uri="{FF2B5EF4-FFF2-40B4-BE49-F238E27FC236}">
                <a16:creationId xmlns:a16="http://schemas.microsoft.com/office/drawing/2014/main" id="{3BD85669-9191-4510-60D6-2C67DBD97267}"/>
              </a:ext>
            </a:extLst>
          </p:cNvPr>
          <p:cNvSpPr txBox="1"/>
          <p:nvPr/>
        </p:nvSpPr>
        <p:spPr>
          <a:xfrm>
            <a:off x="1676400" y="2362200"/>
            <a:ext cx="228600" cy="2554288"/>
          </a:xfrm>
          <a:prstGeom prst="rect">
            <a:avLst/>
          </a:prstGeom>
          <a:gradFill>
            <a:gsLst>
              <a:gs pos="0">
                <a:srgbClr val="5E9EFF"/>
              </a:gs>
              <a:gs pos="39999">
                <a:srgbClr val="85C2FF"/>
              </a:gs>
              <a:gs pos="70000">
                <a:srgbClr val="C4D6EB"/>
              </a:gs>
              <a:gs pos="100000">
                <a:srgbClr val="FFEBFA"/>
              </a:gs>
            </a:gsLst>
            <a:lin ang="5400000" scaled="0"/>
          </a:gradFill>
          <a:ln cap="rnd">
            <a:solidFill>
              <a:schemeClr val="accent1"/>
            </a:solidFill>
          </a:ln>
        </p:spPr>
        <p:txBody>
          <a:bodyPr>
            <a:spAutoFit/>
          </a:bodyPr>
          <a:lstStyle/>
          <a:p>
            <a:pPr>
              <a:defRPr/>
            </a:pPr>
            <a:endParaRPr lang="en-US" sz="1000" b="1" dirty="0"/>
          </a:p>
          <a:p>
            <a:pPr>
              <a:defRPr/>
            </a:pPr>
            <a:endParaRPr lang="en-US" sz="1000" b="1" dirty="0"/>
          </a:p>
          <a:p>
            <a:pPr>
              <a:defRPr/>
            </a:pPr>
            <a:endParaRPr lang="en-US" sz="1000" b="1" dirty="0"/>
          </a:p>
          <a:p>
            <a:pPr>
              <a:defRPr/>
            </a:pPr>
            <a:endParaRPr lang="en-US" sz="1000" b="1" dirty="0"/>
          </a:p>
          <a:p>
            <a:pPr>
              <a:defRPr/>
            </a:pPr>
            <a:endParaRPr lang="en-US" sz="1000" b="1" dirty="0"/>
          </a:p>
          <a:p>
            <a:pPr>
              <a:defRPr/>
            </a:pPr>
            <a:r>
              <a:rPr lang="en-US" sz="1000" b="1" dirty="0">
                <a:solidFill>
                  <a:srgbClr val="FF0000"/>
                </a:solidFill>
              </a:rPr>
              <a:t>pOSC105</a:t>
            </a:r>
          </a:p>
          <a:p>
            <a:pPr>
              <a:defRPr/>
            </a:pPr>
            <a:endParaRPr lang="en-US" sz="1000" b="1" dirty="0"/>
          </a:p>
          <a:p>
            <a:pPr>
              <a:defRPr/>
            </a:pPr>
            <a:endParaRPr lang="en-US" sz="1000" b="1" dirty="0"/>
          </a:p>
          <a:p>
            <a:pPr>
              <a:defRPr/>
            </a:pPr>
            <a:endParaRPr lang="en-US" sz="1000" b="1" dirty="0"/>
          </a:p>
          <a:p>
            <a:pPr>
              <a:defRPr/>
            </a:pPr>
            <a:endParaRPr lang="en-US" sz="1000" b="1" dirty="0"/>
          </a:p>
        </p:txBody>
      </p:sp>
      <p:cxnSp>
        <p:nvCxnSpPr>
          <p:cNvPr id="100" name="Elbow Connector 99">
            <a:extLst>
              <a:ext uri="{FF2B5EF4-FFF2-40B4-BE49-F238E27FC236}">
                <a16:creationId xmlns:a16="http://schemas.microsoft.com/office/drawing/2014/main" id="{3C301931-3DA1-4E38-609B-8403DE4BA835}"/>
              </a:ext>
            </a:extLst>
          </p:cNvPr>
          <p:cNvCxnSpPr>
            <a:stCxn id="95" idx="3"/>
            <a:endCxn id="64" idx="1"/>
          </p:cNvCxnSpPr>
          <p:nvPr/>
        </p:nvCxnSpPr>
        <p:spPr>
          <a:xfrm>
            <a:off x="1905000" y="3639344"/>
            <a:ext cx="304800" cy="1140152"/>
          </a:xfrm>
          <a:prstGeom prst="bentConnector3">
            <a:avLst>
              <a:gd name="adj1" fmla="val 50000"/>
            </a:avLst>
          </a:prstGeom>
          <a:ln>
            <a:tailEnd type="arrow"/>
          </a:ln>
        </p:spPr>
        <p:style>
          <a:lnRef idx="1">
            <a:schemeClr val="accent1"/>
          </a:lnRef>
          <a:fillRef idx="0">
            <a:schemeClr val="accent1"/>
          </a:fillRef>
          <a:effectRef idx="0">
            <a:schemeClr val="accent1"/>
          </a:effectRef>
          <a:fontRef idx="minor">
            <a:schemeClr val="tx1"/>
          </a:fontRef>
        </p:style>
      </p:cxnSp>
      <p:sp>
        <p:nvSpPr>
          <p:cNvPr id="101" name="Flowchart: Direct Access Storage 100">
            <a:extLst>
              <a:ext uri="{FF2B5EF4-FFF2-40B4-BE49-F238E27FC236}">
                <a16:creationId xmlns:a16="http://schemas.microsoft.com/office/drawing/2014/main" id="{910016DC-8916-7A63-10FD-679DE4346B66}"/>
              </a:ext>
            </a:extLst>
          </p:cNvPr>
          <p:cNvSpPr/>
          <p:nvPr/>
        </p:nvSpPr>
        <p:spPr>
          <a:xfrm>
            <a:off x="8172450" y="3608388"/>
            <a:ext cx="1066800" cy="381000"/>
          </a:xfrm>
          <a:prstGeom prst="flowChartMagneticDrum">
            <a:avLst/>
          </a:prstGeom>
          <a:gradFill>
            <a:gsLst>
              <a:gs pos="0">
                <a:srgbClr val="DDEBCF"/>
              </a:gs>
              <a:gs pos="50000">
                <a:srgbClr val="9CB86E"/>
              </a:gs>
              <a:gs pos="100000">
                <a:srgbClr val="156B13"/>
              </a:gs>
            </a:gsLst>
            <a:lin ang="5400000" scaled="0"/>
          </a:gra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dirty="0"/>
          </a:p>
        </p:txBody>
      </p:sp>
      <p:sp>
        <p:nvSpPr>
          <p:cNvPr id="6227" name="TextBox 34">
            <a:extLst>
              <a:ext uri="{FF2B5EF4-FFF2-40B4-BE49-F238E27FC236}">
                <a16:creationId xmlns:a16="http://schemas.microsoft.com/office/drawing/2014/main" id="{F479A248-9A80-39D8-EDC7-15EBB7D7FBDF}"/>
              </a:ext>
            </a:extLst>
          </p:cNvPr>
          <p:cNvSpPr txBox="1">
            <a:spLocks noChangeArrowheads="1"/>
          </p:cNvSpPr>
          <p:nvPr/>
        </p:nvSpPr>
        <p:spPr bwMode="auto">
          <a:xfrm>
            <a:off x="8248650" y="3684588"/>
            <a:ext cx="609600" cy="215900"/>
          </a:xfrm>
          <a:prstGeom prst="rect">
            <a:avLst/>
          </a:prstGeom>
          <a:gradFill rotWithShape="0">
            <a:gsLst>
              <a:gs pos="0">
                <a:srgbClr val="DDEBCF"/>
              </a:gs>
              <a:gs pos="50000">
                <a:srgbClr val="9CB86E"/>
              </a:gs>
              <a:gs pos="100000">
                <a:srgbClr val="156B13"/>
              </a:gs>
            </a:gsLst>
            <a:lin ang="5400000"/>
          </a:gradFill>
          <a:ln w="9525" cap="rnd">
            <a:solidFill>
              <a:schemeClr val="accent1"/>
            </a:solidFill>
            <a:miter lim="800000"/>
            <a:headEnd/>
            <a:tailEnd/>
          </a:ln>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n-US" altLang="en-US" sz="800" dirty="0">
                <a:solidFill>
                  <a:srgbClr val="FFFF00"/>
                </a:solidFill>
                <a:latin typeface="Calibri" panose="020F0502020204030204" pitchFamily="34" charset="0"/>
              </a:rPr>
              <a:t>POSP050</a:t>
            </a:r>
          </a:p>
        </p:txBody>
      </p:sp>
      <p:sp>
        <p:nvSpPr>
          <p:cNvPr id="104" name="Flowchart: Direct Access Storage 103">
            <a:extLst>
              <a:ext uri="{FF2B5EF4-FFF2-40B4-BE49-F238E27FC236}">
                <a16:creationId xmlns:a16="http://schemas.microsoft.com/office/drawing/2014/main" id="{B38C99A7-FBBD-A9D2-2691-28637536DB15}"/>
              </a:ext>
            </a:extLst>
          </p:cNvPr>
          <p:cNvSpPr/>
          <p:nvPr/>
        </p:nvSpPr>
        <p:spPr>
          <a:xfrm>
            <a:off x="8172450" y="4062413"/>
            <a:ext cx="1066800" cy="381000"/>
          </a:xfrm>
          <a:prstGeom prst="flowChartMagneticDrum">
            <a:avLst/>
          </a:prstGeom>
          <a:gradFill>
            <a:gsLst>
              <a:gs pos="0">
                <a:srgbClr val="DDEBCF"/>
              </a:gs>
              <a:gs pos="50000">
                <a:srgbClr val="9CB86E"/>
              </a:gs>
              <a:gs pos="100000">
                <a:srgbClr val="156B13"/>
              </a:gs>
            </a:gsLst>
            <a:lin ang="5400000" scaled="0"/>
          </a:gra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dirty="0"/>
          </a:p>
        </p:txBody>
      </p:sp>
      <p:sp>
        <p:nvSpPr>
          <p:cNvPr id="6229" name="TextBox 34">
            <a:extLst>
              <a:ext uri="{FF2B5EF4-FFF2-40B4-BE49-F238E27FC236}">
                <a16:creationId xmlns:a16="http://schemas.microsoft.com/office/drawing/2014/main" id="{F181C215-F82C-171D-DBC1-E861431C793A}"/>
              </a:ext>
            </a:extLst>
          </p:cNvPr>
          <p:cNvSpPr txBox="1">
            <a:spLocks noChangeArrowheads="1"/>
          </p:cNvSpPr>
          <p:nvPr/>
        </p:nvSpPr>
        <p:spPr bwMode="auto">
          <a:xfrm>
            <a:off x="8229600" y="4144963"/>
            <a:ext cx="609600" cy="215900"/>
          </a:xfrm>
          <a:prstGeom prst="rect">
            <a:avLst/>
          </a:prstGeom>
          <a:gradFill rotWithShape="0">
            <a:gsLst>
              <a:gs pos="0">
                <a:srgbClr val="DDEBCF"/>
              </a:gs>
              <a:gs pos="50000">
                <a:srgbClr val="9CB86E"/>
              </a:gs>
              <a:gs pos="100000">
                <a:srgbClr val="156B13"/>
              </a:gs>
            </a:gsLst>
            <a:lin ang="5400000"/>
          </a:gradFill>
          <a:ln w="9525" cap="rnd">
            <a:solidFill>
              <a:schemeClr val="accent1"/>
            </a:solidFill>
            <a:miter lim="800000"/>
            <a:headEnd/>
            <a:tailEnd/>
          </a:ln>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n-US" altLang="en-US" sz="800" dirty="0">
                <a:solidFill>
                  <a:srgbClr val="FFFF00"/>
                </a:solidFill>
                <a:latin typeface="Calibri" panose="020F0502020204030204" pitchFamily="34" charset="0"/>
              </a:rPr>
              <a:t>POSP051</a:t>
            </a:r>
          </a:p>
        </p:txBody>
      </p:sp>
      <p:sp>
        <p:nvSpPr>
          <p:cNvPr id="107" name="Flowchart: Direct Access Storage 106">
            <a:extLst>
              <a:ext uri="{FF2B5EF4-FFF2-40B4-BE49-F238E27FC236}">
                <a16:creationId xmlns:a16="http://schemas.microsoft.com/office/drawing/2014/main" id="{6FB7D47D-B2CC-F156-93EF-6A04C59259A2}"/>
              </a:ext>
            </a:extLst>
          </p:cNvPr>
          <p:cNvSpPr/>
          <p:nvPr/>
        </p:nvSpPr>
        <p:spPr>
          <a:xfrm>
            <a:off x="8153400" y="4510088"/>
            <a:ext cx="1066800" cy="381000"/>
          </a:xfrm>
          <a:prstGeom prst="flowChartMagneticDrum">
            <a:avLst/>
          </a:prstGeom>
          <a:gradFill>
            <a:gsLst>
              <a:gs pos="0">
                <a:srgbClr val="DDEBCF"/>
              </a:gs>
              <a:gs pos="50000">
                <a:srgbClr val="9CB86E"/>
              </a:gs>
              <a:gs pos="100000">
                <a:srgbClr val="156B13"/>
              </a:gs>
            </a:gsLst>
            <a:lin ang="5400000" scaled="0"/>
          </a:gra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dirty="0"/>
          </a:p>
        </p:txBody>
      </p:sp>
      <p:sp>
        <p:nvSpPr>
          <p:cNvPr id="6231" name="TextBox 34">
            <a:extLst>
              <a:ext uri="{FF2B5EF4-FFF2-40B4-BE49-F238E27FC236}">
                <a16:creationId xmlns:a16="http://schemas.microsoft.com/office/drawing/2014/main" id="{BA69F959-5198-F682-299E-61316FF777B9}"/>
              </a:ext>
            </a:extLst>
          </p:cNvPr>
          <p:cNvSpPr txBox="1">
            <a:spLocks noChangeArrowheads="1"/>
          </p:cNvSpPr>
          <p:nvPr/>
        </p:nvSpPr>
        <p:spPr bwMode="auto">
          <a:xfrm>
            <a:off x="8248650" y="4586288"/>
            <a:ext cx="609600" cy="215900"/>
          </a:xfrm>
          <a:prstGeom prst="rect">
            <a:avLst/>
          </a:prstGeom>
          <a:gradFill rotWithShape="0">
            <a:gsLst>
              <a:gs pos="0">
                <a:srgbClr val="DDEBCF"/>
              </a:gs>
              <a:gs pos="50000">
                <a:srgbClr val="9CB86E"/>
              </a:gs>
              <a:gs pos="100000">
                <a:srgbClr val="156B13"/>
              </a:gs>
            </a:gsLst>
            <a:lin ang="5400000"/>
          </a:gradFill>
          <a:ln w="9525" cap="rnd">
            <a:solidFill>
              <a:schemeClr val="accent1"/>
            </a:solidFill>
            <a:miter lim="800000"/>
            <a:headEnd/>
            <a:tailEnd/>
          </a:ln>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n-US" altLang="en-US" sz="800" dirty="0">
                <a:solidFill>
                  <a:srgbClr val="FFFF00"/>
                </a:solidFill>
                <a:latin typeface="Calibri" panose="020F0502020204030204" pitchFamily="34" charset="0"/>
              </a:rPr>
              <a:t>POSP052</a:t>
            </a:r>
          </a:p>
        </p:txBody>
      </p:sp>
      <p:sp>
        <p:nvSpPr>
          <p:cNvPr id="109" name="Flowchart: Direct Access Storage 108">
            <a:extLst>
              <a:ext uri="{FF2B5EF4-FFF2-40B4-BE49-F238E27FC236}">
                <a16:creationId xmlns:a16="http://schemas.microsoft.com/office/drawing/2014/main" id="{CDAFCB77-01D7-0D1E-4173-523AE3C1EA07}"/>
              </a:ext>
            </a:extLst>
          </p:cNvPr>
          <p:cNvSpPr/>
          <p:nvPr/>
        </p:nvSpPr>
        <p:spPr>
          <a:xfrm>
            <a:off x="8172450" y="4953000"/>
            <a:ext cx="1066800" cy="381000"/>
          </a:xfrm>
          <a:prstGeom prst="flowChartMagneticDrum">
            <a:avLst/>
          </a:prstGeom>
          <a:gradFill>
            <a:gsLst>
              <a:gs pos="0">
                <a:srgbClr val="DDEBCF"/>
              </a:gs>
              <a:gs pos="50000">
                <a:srgbClr val="9CB86E"/>
              </a:gs>
              <a:gs pos="100000">
                <a:srgbClr val="156B13"/>
              </a:gs>
            </a:gsLst>
            <a:lin ang="5400000" scaled="0"/>
          </a:gra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dirty="0"/>
          </a:p>
        </p:txBody>
      </p:sp>
      <p:sp>
        <p:nvSpPr>
          <p:cNvPr id="6233" name="TextBox 34">
            <a:extLst>
              <a:ext uri="{FF2B5EF4-FFF2-40B4-BE49-F238E27FC236}">
                <a16:creationId xmlns:a16="http://schemas.microsoft.com/office/drawing/2014/main" id="{6791F8F9-3E9E-C300-5AF9-1B21239FA16C}"/>
              </a:ext>
            </a:extLst>
          </p:cNvPr>
          <p:cNvSpPr txBox="1">
            <a:spLocks noChangeArrowheads="1"/>
          </p:cNvSpPr>
          <p:nvPr/>
        </p:nvSpPr>
        <p:spPr bwMode="auto">
          <a:xfrm>
            <a:off x="8248650" y="5029200"/>
            <a:ext cx="609600" cy="215900"/>
          </a:xfrm>
          <a:prstGeom prst="rect">
            <a:avLst/>
          </a:prstGeom>
          <a:gradFill rotWithShape="0">
            <a:gsLst>
              <a:gs pos="0">
                <a:srgbClr val="DDEBCF"/>
              </a:gs>
              <a:gs pos="50000">
                <a:srgbClr val="9CB86E"/>
              </a:gs>
              <a:gs pos="100000">
                <a:srgbClr val="156B13"/>
              </a:gs>
            </a:gsLst>
            <a:lin ang="5400000"/>
          </a:gradFill>
          <a:ln w="9525" cap="rnd">
            <a:solidFill>
              <a:schemeClr val="accent1"/>
            </a:solidFill>
            <a:miter lim="800000"/>
            <a:headEnd/>
            <a:tailEnd/>
          </a:ln>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n-US" altLang="en-US" sz="800" dirty="0">
                <a:solidFill>
                  <a:srgbClr val="FFFF00"/>
                </a:solidFill>
                <a:latin typeface="Calibri" panose="020F0502020204030204" pitchFamily="34" charset="0"/>
              </a:rPr>
              <a:t>POSP053</a:t>
            </a:r>
          </a:p>
        </p:txBody>
      </p:sp>
      <p:sp>
        <p:nvSpPr>
          <p:cNvPr id="111" name="Flowchart: Direct Access Storage 110">
            <a:extLst>
              <a:ext uri="{FF2B5EF4-FFF2-40B4-BE49-F238E27FC236}">
                <a16:creationId xmlns:a16="http://schemas.microsoft.com/office/drawing/2014/main" id="{64EDE6A3-4861-6F57-ED0A-73D97FD0512A}"/>
              </a:ext>
            </a:extLst>
          </p:cNvPr>
          <p:cNvSpPr/>
          <p:nvPr/>
        </p:nvSpPr>
        <p:spPr>
          <a:xfrm>
            <a:off x="8172450" y="5410200"/>
            <a:ext cx="1066800" cy="381000"/>
          </a:xfrm>
          <a:prstGeom prst="flowChartMagneticDrum">
            <a:avLst/>
          </a:prstGeom>
          <a:gradFill>
            <a:gsLst>
              <a:gs pos="0">
                <a:srgbClr val="DDEBCF"/>
              </a:gs>
              <a:gs pos="50000">
                <a:srgbClr val="9CB86E"/>
              </a:gs>
              <a:gs pos="100000">
                <a:srgbClr val="156B13"/>
              </a:gs>
            </a:gsLst>
            <a:lin ang="5400000" scaled="0"/>
          </a:gra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dirty="0"/>
          </a:p>
        </p:txBody>
      </p:sp>
      <p:sp>
        <p:nvSpPr>
          <p:cNvPr id="6235" name="TextBox 34">
            <a:extLst>
              <a:ext uri="{FF2B5EF4-FFF2-40B4-BE49-F238E27FC236}">
                <a16:creationId xmlns:a16="http://schemas.microsoft.com/office/drawing/2014/main" id="{ACCB7CC1-DE88-1E4A-1B4C-26C6ACA5BC7B}"/>
              </a:ext>
            </a:extLst>
          </p:cNvPr>
          <p:cNvSpPr txBox="1">
            <a:spLocks noChangeArrowheads="1"/>
          </p:cNvSpPr>
          <p:nvPr/>
        </p:nvSpPr>
        <p:spPr bwMode="auto">
          <a:xfrm>
            <a:off x="8248650" y="5505451"/>
            <a:ext cx="609600" cy="214313"/>
          </a:xfrm>
          <a:prstGeom prst="rect">
            <a:avLst/>
          </a:prstGeom>
          <a:gradFill rotWithShape="0">
            <a:gsLst>
              <a:gs pos="0">
                <a:srgbClr val="DDEBCF"/>
              </a:gs>
              <a:gs pos="50000">
                <a:srgbClr val="9CB86E"/>
              </a:gs>
              <a:gs pos="100000">
                <a:srgbClr val="156B13"/>
              </a:gs>
            </a:gsLst>
            <a:lin ang="5400000"/>
          </a:gradFill>
          <a:ln w="9525" cap="rnd">
            <a:solidFill>
              <a:schemeClr val="accent1"/>
            </a:solidFill>
            <a:miter lim="800000"/>
            <a:headEnd/>
            <a:tailEnd/>
          </a:ln>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n-US" altLang="en-US" sz="800" dirty="0">
                <a:solidFill>
                  <a:srgbClr val="FFFF00"/>
                </a:solidFill>
                <a:latin typeface="Calibri" panose="020F0502020204030204" pitchFamily="34" charset="0"/>
              </a:rPr>
              <a:t>POSP056</a:t>
            </a:r>
          </a:p>
        </p:txBody>
      </p:sp>
      <p:sp>
        <p:nvSpPr>
          <p:cNvPr id="113" name="Flowchart: Direct Access Storage 112">
            <a:extLst>
              <a:ext uri="{FF2B5EF4-FFF2-40B4-BE49-F238E27FC236}">
                <a16:creationId xmlns:a16="http://schemas.microsoft.com/office/drawing/2014/main" id="{3046AB62-B7D4-8832-00F9-C0F4BCCB1B31}"/>
              </a:ext>
            </a:extLst>
          </p:cNvPr>
          <p:cNvSpPr/>
          <p:nvPr/>
        </p:nvSpPr>
        <p:spPr>
          <a:xfrm>
            <a:off x="8153400" y="5867400"/>
            <a:ext cx="1066800" cy="381000"/>
          </a:xfrm>
          <a:prstGeom prst="flowChartMagneticDrum">
            <a:avLst/>
          </a:prstGeom>
          <a:gradFill>
            <a:gsLst>
              <a:gs pos="0">
                <a:srgbClr val="DDEBCF"/>
              </a:gs>
              <a:gs pos="50000">
                <a:srgbClr val="9CB86E"/>
              </a:gs>
              <a:gs pos="100000">
                <a:srgbClr val="156B13"/>
              </a:gs>
            </a:gsLst>
            <a:lin ang="5400000" scaled="0"/>
          </a:gra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dirty="0"/>
          </a:p>
        </p:txBody>
      </p:sp>
      <p:sp>
        <p:nvSpPr>
          <p:cNvPr id="6237" name="TextBox 34">
            <a:extLst>
              <a:ext uri="{FF2B5EF4-FFF2-40B4-BE49-F238E27FC236}">
                <a16:creationId xmlns:a16="http://schemas.microsoft.com/office/drawing/2014/main" id="{F1E19C81-5431-DA4A-F191-4414DC94842E}"/>
              </a:ext>
            </a:extLst>
          </p:cNvPr>
          <p:cNvSpPr txBox="1">
            <a:spLocks noChangeArrowheads="1"/>
          </p:cNvSpPr>
          <p:nvPr/>
        </p:nvSpPr>
        <p:spPr bwMode="auto">
          <a:xfrm>
            <a:off x="8229600" y="5943600"/>
            <a:ext cx="609600" cy="215900"/>
          </a:xfrm>
          <a:prstGeom prst="rect">
            <a:avLst/>
          </a:prstGeom>
          <a:gradFill rotWithShape="0">
            <a:gsLst>
              <a:gs pos="0">
                <a:srgbClr val="DDEBCF"/>
              </a:gs>
              <a:gs pos="50000">
                <a:srgbClr val="9CB86E"/>
              </a:gs>
              <a:gs pos="100000">
                <a:srgbClr val="156B13"/>
              </a:gs>
            </a:gsLst>
            <a:lin ang="5400000"/>
          </a:gradFill>
          <a:ln w="9525" cap="rnd">
            <a:solidFill>
              <a:schemeClr val="accent1"/>
            </a:solidFill>
            <a:miter lim="800000"/>
            <a:headEnd/>
            <a:tailEnd/>
          </a:ln>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n-US" altLang="en-US" sz="800" dirty="0">
                <a:solidFill>
                  <a:srgbClr val="FFFF00"/>
                </a:solidFill>
                <a:latin typeface="Calibri" panose="020F0502020204030204" pitchFamily="34" charset="0"/>
              </a:rPr>
              <a:t>POSP081</a:t>
            </a:r>
          </a:p>
        </p:txBody>
      </p:sp>
      <p:sp>
        <p:nvSpPr>
          <p:cNvPr id="124" name="Flowchart: Direct Access Storage 123">
            <a:extLst>
              <a:ext uri="{FF2B5EF4-FFF2-40B4-BE49-F238E27FC236}">
                <a16:creationId xmlns:a16="http://schemas.microsoft.com/office/drawing/2014/main" id="{2B32A1BC-C1E3-6204-DC17-344BE8614AE7}"/>
              </a:ext>
            </a:extLst>
          </p:cNvPr>
          <p:cNvSpPr/>
          <p:nvPr/>
        </p:nvSpPr>
        <p:spPr>
          <a:xfrm>
            <a:off x="9448800" y="3379788"/>
            <a:ext cx="1066800" cy="381000"/>
          </a:xfrm>
          <a:prstGeom prst="flowChartMagneticDrum">
            <a:avLst/>
          </a:prstGeom>
          <a:gradFill>
            <a:gsLst>
              <a:gs pos="0">
                <a:srgbClr val="DDEBCF"/>
              </a:gs>
              <a:gs pos="50000">
                <a:srgbClr val="9CB86E"/>
              </a:gs>
              <a:gs pos="100000">
                <a:srgbClr val="156B13"/>
              </a:gs>
            </a:gsLst>
            <a:lin ang="5400000" scaled="0"/>
          </a:gra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dirty="0"/>
          </a:p>
        </p:txBody>
      </p:sp>
      <p:sp>
        <p:nvSpPr>
          <p:cNvPr id="6239" name="TextBox 34">
            <a:extLst>
              <a:ext uri="{FF2B5EF4-FFF2-40B4-BE49-F238E27FC236}">
                <a16:creationId xmlns:a16="http://schemas.microsoft.com/office/drawing/2014/main" id="{73D0CD48-42A7-72D3-7995-91611C6D87C5}"/>
              </a:ext>
            </a:extLst>
          </p:cNvPr>
          <p:cNvSpPr txBox="1">
            <a:spLocks noChangeArrowheads="1"/>
          </p:cNvSpPr>
          <p:nvPr/>
        </p:nvSpPr>
        <p:spPr bwMode="auto">
          <a:xfrm>
            <a:off x="9525000" y="3409950"/>
            <a:ext cx="609600" cy="338138"/>
          </a:xfrm>
          <a:prstGeom prst="rect">
            <a:avLst/>
          </a:prstGeom>
          <a:gradFill rotWithShape="0">
            <a:gsLst>
              <a:gs pos="0">
                <a:srgbClr val="DDEBCF"/>
              </a:gs>
              <a:gs pos="50000">
                <a:srgbClr val="9CB86E"/>
              </a:gs>
              <a:gs pos="100000">
                <a:srgbClr val="156B13"/>
              </a:gs>
            </a:gsLst>
            <a:lin ang="5400000"/>
          </a:gradFill>
          <a:ln w="9525" cap="rnd">
            <a:solidFill>
              <a:schemeClr val="accent1"/>
            </a:solidFill>
            <a:miter lim="800000"/>
            <a:headEnd/>
            <a:tailEnd/>
          </a:ln>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n-US" altLang="en-US" sz="800" dirty="0">
                <a:solidFill>
                  <a:srgbClr val="FFFF00"/>
                </a:solidFill>
                <a:latin typeface="Calibri" panose="020F0502020204030204" pitchFamily="34" charset="0"/>
              </a:rPr>
              <a:t>POSP017 FLEXCASH</a:t>
            </a:r>
          </a:p>
        </p:txBody>
      </p:sp>
      <p:sp>
        <p:nvSpPr>
          <p:cNvPr id="126" name="Flowchart: Direct Access Storage 125">
            <a:extLst>
              <a:ext uri="{FF2B5EF4-FFF2-40B4-BE49-F238E27FC236}">
                <a16:creationId xmlns:a16="http://schemas.microsoft.com/office/drawing/2014/main" id="{4D042BAD-A497-2244-28C1-EA55B37A67D9}"/>
              </a:ext>
            </a:extLst>
          </p:cNvPr>
          <p:cNvSpPr/>
          <p:nvPr/>
        </p:nvSpPr>
        <p:spPr>
          <a:xfrm>
            <a:off x="9448800" y="3836988"/>
            <a:ext cx="1066800" cy="381000"/>
          </a:xfrm>
          <a:prstGeom prst="flowChartMagneticDrum">
            <a:avLst/>
          </a:prstGeom>
          <a:gradFill>
            <a:gsLst>
              <a:gs pos="0">
                <a:srgbClr val="DDEBCF"/>
              </a:gs>
              <a:gs pos="50000">
                <a:srgbClr val="9CB86E"/>
              </a:gs>
              <a:gs pos="100000">
                <a:srgbClr val="156B13"/>
              </a:gs>
            </a:gsLst>
            <a:lin ang="5400000" scaled="0"/>
          </a:gra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dirty="0"/>
          </a:p>
        </p:txBody>
      </p:sp>
      <p:sp>
        <p:nvSpPr>
          <p:cNvPr id="6241" name="TextBox 34">
            <a:extLst>
              <a:ext uri="{FF2B5EF4-FFF2-40B4-BE49-F238E27FC236}">
                <a16:creationId xmlns:a16="http://schemas.microsoft.com/office/drawing/2014/main" id="{435528B1-38A8-D02A-5845-5F7BDA1BAEE8}"/>
              </a:ext>
            </a:extLst>
          </p:cNvPr>
          <p:cNvSpPr txBox="1">
            <a:spLocks noChangeArrowheads="1"/>
          </p:cNvSpPr>
          <p:nvPr/>
        </p:nvSpPr>
        <p:spPr bwMode="auto">
          <a:xfrm>
            <a:off x="9525000" y="3913188"/>
            <a:ext cx="609600" cy="215900"/>
          </a:xfrm>
          <a:prstGeom prst="rect">
            <a:avLst/>
          </a:prstGeom>
          <a:gradFill rotWithShape="0">
            <a:gsLst>
              <a:gs pos="0">
                <a:srgbClr val="DDEBCF"/>
              </a:gs>
              <a:gs pos="50000">
                <a:srgbClr val="9CB86E"/>
              </a:gs>
              <a:gs pos="100000">
                <a:srgbClr val="156B13"/>
              </a:gs>
            </a:gsLst>
            <a:lin ang="5400000"/>
          </a:gradFill>
          <a:ln w="9525" cap="rnd">
            <a:solidFill>
              <a:schemeClr val="accent1"/>
            </a:solidFill>
            <a:miter lim="800000"/>
            <a:headEnd/>
            <a:tailEnd/>
          </a:ln>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n-US" altLang="en-US" sz="800" dirty="0">
                <a:solidFill>
                  <a:srgbClr val="FFFF00"/>
                </a:solidFill>
                <a:latin typeface="Calibri" panose="020F0502020204030204" pitchFamily="34" charset="0"/>
              </a:rPr>
              <a:t>POSP040</a:t>
            </a:r>
          </a:p>
        </p:txBody>
      </p:sp>
      <p:sp>
        <p:nvSpPr>
          <p:cNvPr id="128" name="Flowchart: Direct Access Storage 127">
            <a:extLst>
              <a:ext uri="{FF2B5EF4-FFF2-40B4-BE49-F238E27FC236}">
                <a16:creationId xmlns:a16="http://schemas.microsoft.com/office/drawing/2014/main" id="{306DD740-E24A-8EF0-970A-617E9B2DEDF5}"/>
              </a:ext>
            </a:extLst>
          </p:cNvPr>
          <p:cNvSpPr/>
          <p:nvPr/>
        </p:nvSpPr>
        <p:spPr>
          <a:xfrm>
            <a:off x="9448800" y="4281488"/>
            <a:ext cx="1066800" cy="381000"/>
          </a:xfrm>
          <a:prstGeom prst="flowChartMagneticDrum">
            <a:avLst/>
          </a:prstGeom>
          <a:gradFill>
            <a:gsLst>
              <a:gs pos="0">
                <a:srgbClr val="DDEBCF"/>
              </a:gs>
              <a:gs pos="50000">
                <a:srgbClr val="9CB86E"/>
              </a:gs>
              <a:gs pos="100000">
                <a:srgbClr val="156B13"/>
              </a:gs>
            </a:gsLst>
            <a:lin ang="5400000" scaled="0"/>
          </a:gra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dirty="0"/>
          </a:p>
        </p:txBody>
      </p:sp>
      <p:sp>
        <p:nvSpPr>
          <p:cNvPr id="6243" name="TextBox 34">
            <a:extLst>
              <a:ext uri="{FF2B5EF4-FFF2-40B4-BE49-F238E27FC236}">
                <a16:creationId xmlns:a16="http://schemas.microsoft.com/office/drawing/2014/main" id="{9F732368-BE92-EC8B-22BA-15D5179943C0}"/>
              </a:ext>
            </a:extLst>
          </p:cNvPr>
          <p:cNvSpPr txBox="1">
            <a:spLocks noChangeArrowheads="1"/>
          </p:cNvSpPr>
          <p:nvPr/>
        </p:nvSpPr>
        <p:spPr bwMode="auto">
          <a:xfrm>
            <a:off x="9525000" y="4357688"/>
            <a:ext cx="609600" cy="215900"/>
          </a:xfrm>
          <a:prstGeom prst="rect">
            <a:avLst/>
          </a:prstGeom>
          <a:gradFill rotWithShape="0">
            <a:gsLst>
              <a:gs pos="0">
                <a:srgbClr val="DDEBCF"/>
              </a:gs>
              <a:gs pos="50000">
                <a:srgbClr val="9CB86E"/>
              </a:gs>
              <a:gs pos="100000">
                <a:srgbClr val="156B13"/>
              </a:gs>
            </a:gsLst>
            <a:lin ang="5400000"/>
          </a:gradFill>
          <a:ln w="9525" cap="rnd">
            <a:solidFill>
              <a:schemeClr val="accent1"/>
            </a:solidFill>
            <a:miter lim="800000"/>
            <a:headEnd/>
            <a:tailEnd/>
          </a:ln>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n-US" altLang="en-US" sz="800" dirty="0">
                <a:solidFill>
                  <a:srgbClr val="FFFF00"/>
                </a:solidFill>
                <a:latin typeface="Calibri" panose="020F0502020204030204" pitchFamily="34" charset="0"/>
              </a:rPr>
              <a:t>POSP054</a:t>
            </a:r>
          </a:p>
        </p:txBody>
      </p:sp>
      <p:sp>
        <p:nvSpPr>
          <p:cNvPr id="131" name="Flowchart: Direct Access Storage 130">
            <a:extLst>
              <a:ext uri="{FF2B5EF4-FFF2-40B4-BE49-F238E27FC236}">
                <a16:creationId xmlns:a16="http://schemas.microsoft.com/office/drawing/2014/main" id="{15F32168-F381-0080-A1CB-455200CD9B4E}"/>
              </a:ext>
            </a:extLst>
          </p:cNvPr>
          <p:cNvSpPr/>
          <p:nvPr/>
        </p:nvSpPr>
        <p:spPr>
          <a:xfrm>
            <a:off x="9448800" y="4733925"/>
            <a:ext cx="1066800" cy="381000"/>
          </a:xfrm>
          <a:prstGeom prst="flowChartMagneticDrum">
            <a:avLst/>
          </a:prstGeom>
          <a:gradFill>
            <a:gsLst>
              <a:gs pos="0">
                <a:srgbClr val="DDEBCF"/>
              </a:gs>
              <a:gs pos="50000">
                <a:srgbClr val="9CB86E"/>
              </a:gs>
              <a:gs pos="100000">
                <a:srgbClr val="156B13"/>
              </a:gs>
            </a:gsLst>
            <a:lin ang="5400000" scaled="0"/>
          </a:gra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dirty="0"/>
          </a:p>
        </p:txBody>
      </p:sp>
      <p:sp>
        <p:nvSpPr>
          <p:cNvPr id="6245" name="TextBox 34">
            <a:extLst>
              <a:ext uri="{FF2B5EF4-FFF2-40B4-BE49-F238E27FC236}">
                <a16:creationId xmlns:a16="http://schemas.microsoft.com/office/drawing/2014/main" id="{70D1A482-BBCF-5DC7-5FAE-729B808E8D9D}"/>
              </a:ext>
            </a:extLst>
          </p:cNvPr>
          <p:cNvSpPr txBox="1">
            <a:spLocks noChangeArrowheads="1"/>
          </p:cNvSpPr>
          <p:nvPr/>
        </p:nvSpPr>
        <p:spPr bwMode="auto">
          <a:xfrm>
            <a:off x="9525000" y="4810126"/>
            <a:ext cx="609600" cy="214313"/>
          </a:xfrm>
          <a:prstGeom prst="rect">
            <a:avLst/>
          </a:prstGeom>
          <a:gradFill rotWithShape="0">
            <a:gsLst>
              <a:gs pos="0">
                <a:srgbClr val="DDEBCF"/>
              </a:gs>
              <a:gs pos="50000">
                <a:srgbClr val="9CB86E"/>
              </a:gs>
              <a:gs pos="100000">
                <a:srgbClr val="156B13"/>
              </a:gs>
            </a:gsLst>
            <a:lin ang="5400000"/>
          </a:gradFill>
          <a:ln w="9525" cap="rnd">
            <a:solidFill>
              <a:schemeClr val="accent1"/>
            </a:solidFill>
            <a:miter lim="800000"/>
            <a:headEnd/>
            <a:tailEnd/>
          </a:ln>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n-US" altLang="en-US" sz="800" dirty="0">
                <a:solidFill>
                  <a:srgbClr val="FFFF00"/>
                </a:solidFill>
                <a:latin typeface="Calibri" panose="020F0502020204030204" pitchFamily="34" charset="0"/>
              </a:rPr>
              <a:t>POSP040</a:t>
            </a:r>
          </a:p>
        </p:txBody>
      </p:sp>
      <p:sp>
        <p:nvSpPr>
          <p:cNvPr id="133" name="Flowchart: Direct Access Storage 132">
            <a:extLst>
              <a:ext uri="{FF2B5EF4-FFF2-40B4-BE49-F238E27FC236}">
                <a16:creationId xmlns:a16="http://schemas.microsoft.com/office/drawing/2014/main" id="{7E4E69B6-64F6-85AD-C8E8-5CB6256F546F}"/>
              </a:ext>
            </a:extLst>
          </p:cNvPr>
          <p:cNvSpPr/>
          <p:nvPr/>
        </p:nvSpPr>
        <p:spPr>
          <a:xfrm>
            <a:off x="9429750" y="5181600"/>
            <a:ext cx="1066800" cy="381000"/>
          </a:xfrm>
          <a:prstGeom prst="flowChartMagneticDrum">
            <a:avLst/>
          </a:prstGeom>
          <a:gradFill>
            <a:gsLst>
              <a:gs pos="0">
                <a:srgbClr val="DDEBCF"/>
              </a:gs>
              <a:gs pos="50000">
                <a:srgbClr val="9CB86E"/>
              </a:gs>
              <a:gs pos="100000">
                <a:srgbClr val="156B13"/>
              </a:gs>
            </a:gsLst>
            <a:lin ang="5400000" scaled="0"/>
          </a:gra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dirty="0"/>
          </a:p>
        </p:txBody>
      </p:sp>
      <p:sp>
        <p:nvSpPr>
          <p:cNvPr id="6247" name="TextBox 34">
            <a:extLst>
              <a:ext uri="{FF2B5EF4-FFF2-40B4-BE49-F238E27FC236}">
                <a16:creationId xmlns:a16="http://schemas.microsoft.com/office/drawing/2014/main" id="{29457E66-E2DC-7A30-61EE-5F584426D290}"/>
              </a:ext>
            </a:extLst>
          </p:cNvPr>
          <p:cNvSpPr txBox="1">
            <a:spLocks noChangeArrowheads="1"/>
          </p:cNvSpPr>
          <p:nvPr/>
        </p:nvSpPr>
        <p:spPr bwMode="auto">
          <a:xfrm>
            <a:off x="9505950" y="5257800"/>
            <a:ext cx="609600" cy="215900"/>
          </a:xfrm>
          <a:prstGeom prst="rect">
            <a:avLst/>
          </a:prstGeom>
          <a:gradFill rotWithShape="0">
            <a:gsLst>
              <a:gs pos="0">
                <a:srgbClr val="DDEBCF"/>
              </a:gs>
              <a:gs pos="50000">
                <a:srgbClr val="9CB86E"/>
              </a:gs>
              <a:gs pos="100000">
                <a:srgbClr val="156B13"/>
              </a:gs>
            </a:gsLst>
            <a:lin ang="5400000"/>
          </a:gradFill>
          <a:ln w="9525" cap="rnd">
            <a:solidFill>
              <a:schemeClr val="accent1"/>
            </a:solidFill>
            <a:miter lim="800000"/>
            <a:headEnd/>
            <a:tailEnd/>
          </a:ln>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n-US" altLang="en-US" sz="800" dirty="0">
                <a:solidFill>
                  <a:srgbClr val="FFFF00"/>
                </a:solidFill>
                <a:latin typeface="Calibri" panose="020F0502020204030204" pitchFamily="34" charset="0"/>
              </a:rPr>
              <a:t>POSP079</a:t>
            </a:r>
          </a:p>
        </p:txBody>
      </p:sp>
      <p:cxnSp>
        <p:nvCxnSpPr>
          <p:cNvPr id="137" name="Elbow Connector 136">
            <a:extLst>
              <a:ext uri="{FF2B5EF4-FFF2-40B4-BE49-F238E27FC236}">
                <a16:creationId xmlns:a16="http://schemas.microsoft.com/office/drawing/2014/main" id="{4C4F2EA1-F8A7-464E-8FDA-ACF59DB6A577}"/>
              </a:ext>
            </a:extLst>
          </p:cNvPr>
          <p:cNvCxnSpPr>
            <a:stCxn id="89" idx="3"/>
            <a:endCxn id="101" idx="1"/>
          </p:cNvCxnSpPr>
          <p:nvPr/>
        </p:nvCxnSpPr>
        <p:spPr>
          <a:xfrm flipV="1">
            <a:off x="6324600" y="3798888"/>
            <a:ext cx="1847850" cy="527050"/>
          </a:xfrm>
          <a:prstGeom prst="bentConnector3">
            <a:avLst>
              <a:gd name="adj1" fmla="val 50000"/>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38" name="Elbow Connector 137">
            <a:extLst>
              <a:ext uri="{FF2B5EF4-FFF2-40B4-BE49-F238E27FC236}">
                <a16:creationId xmlns:a16="http://schemas.microsoft.com/office/drawing/2014/main" id="{ED982C7E-6EE4-7864-EBC8-7531597E077F}"/>
              </a:ext>
            </a:extLst>
          </p:cNvPr>
          <p:cNvCxnSpPr>
            <a:stCxn id="89" idx="3"/>
            <a:endCxn id="104" idx="1"/>
          </p:cNvCxnSpPr>
          <p:nvPr/>
        </p:nvCxnSpPr>
        <p:spPr>
          <a:xfrm flipV="1">
            <a:off x="6324600" y="4252914"/>
            <a:ext cx="1847850" cy="73025"/>
          </a:xfrm>
          <a:prstGeom prst="bentConnector3">
            <a:avLst>
              <a:gd name="adj1" fmla="val 50000"/>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41" name="Elbow Connector 140">
            <a:extLst>
              <a:ext uri="{FF2B5EF4-FFF2-40B4-BE49-F238E27FC236}">
                <a16:creationId xmlns:a16="http://schemas.microsoft.com/office/drawing/2014/main" id="{FF580B21-6AB8-C131-9087-7A4D25A75657}"/>
              </a:ext>
            </a:extLst>
          </p:cNvPr>
          <p:cNvCxnSpPr>
            <a:stCxn id="89" idx="3"/>
            <a:endCxn id="107" idx="1"/>
          </p:cNvCxnSpPr>
          <p:nvPr/>
        </p:nvCxnSpPr>
        <p:spPr>
          <a:xfrm>
            <a:off x="6324600" y="4325938"/>
            <a:ext cx="1828800" cy="374650"/>
          </a:xfrm>
          <a:prstGeom prst="bentConnector3">
            <a:avLst>
              <a:gd name="adj1" fmla="val 78494"/>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45" name="Elbow Connector 144">
            <a:extLst>
              <a:ext uri="{FF2B5EF4-FFF2-40B4-BE49-F238E27FC236}">
                <a16:creationId xmlns:a16="http://schemas.microsoft.com/office/drawing/2014/main" id="{E2A58EE6-04C4-0D46-E68C-6BCCE9A4E5A9}"/>
              </a:ext>
            </a:extLst>
          </p:cNvPr>
          <p:cNvCxnSpPr>
            <a:stCxn id="89" idx="3"/>
            <a:endCxn id="109" idx="1"/>
          </p:cNvCxnSpPr>
          <p:nvPr/>
        </p:nvCxnSpPr>
        <p:spPr>
          <a:xfrm>
            <a:off x="6324600" y="4325938"/>
            <a:ext cx="1847850" cy="817562"/>
          </a:xfrm>
          <a:prstGeom prst="bentConnector3">
            <a:avLst>
              <a:gd name="adj1" fmla="val 7820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48" name="Elbow Connector 147">
            <a:extLst>
              <a:ext uri="{FF2B5EF4-FFF2-40B4-BE49-F238E27FC236}">
                <a16:creationId xmlns:a16="http://schemas.microsoft.com/office/drawing/2014/main" id="{720F1431-C6DC-5305-414C-870D3095A0AB}"/>
              </a:ext>
            </a:extLst>
          </p:cNvPr>
          <p:cNvCxnSpPr>
            <a:stCxn id="89" idx="3"/>
            <a:endCxn id="111" idx="1"/>
          </p:cNvCxnSpPr>
          <p:nvPr/>
        </p:nvCxnSpPr>
        <p:spPr>
          <a:xfrm>
            <a:off x="6324600" y="4325938"/>
            <a:ext cx="1847850" cy="1274762"/>
          </a:xfrm>
          <a:prstGeom prst="bentConnector3">
            <a:avLst>
              <a:gd name="adj1" fmla="val 7820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51" name="Elbow Connector 150">
            <a:extLst>
              <a:ext uri="{FF2B5EF4-FFF2-40B4-BE49-F238E27FC236}">
                <a16:creationId xmlns:a16="http://schemas.microsoft.com/office/drawing/2014/main" id="{570D1B11-A2C9-5536-8D2C-D8344F757066}"/>
              </a:ext>
            </a:extLst>
          </p:cNvPr>
          <p:cNvCxnSpPr>
            <a:stCxn id="89" idx="3"/>
            <a:endCxn id="113" idx="1"/>
          </p:cNvCxnSpPr>
          <p:nvPr/>
        </p:nvCxnSpPr>
        <p:spPr>
          <a:xfrm>
            <a:off x="6324600" y="4325938"/>
            <a:ext cx="1828800" cy="1731962"/>
          </a:xfrm>
          <a:prstGeom prst="bentConnector3">
            <a:avLst>
              <a:gd name="adj1" fmla="val 78495"/>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54" name="Elbow Connector 153">
            <a:extLst>
              <a:ext uri="{FF2B5EF4-FFF2-40B4-BE49-F238E27FC236}">
                <a16:creationId xmlns:a16="http://schemas.microsoft.com/office/drawing/2014/main" id="{1A86EAA9-4D75-B22A-1DAF-34B799C483D7}"/>
              </a:ext>
            </a:extLst>
          </p:cNvPr>
          <p:cNvCxnSpPr>
            <a:stCxn id="89" idx="3"/>
            <a:endCxn id="124" idx="1"/>
          </p:cNvCxnSpPr>
          <p:nvPr/>
        </p:nvCxnSpPr>
        <p:spPr>
          <a:xfrm flipV="1">
            <a:off x="6324600" y="3570288"/>
            <a:ext cx="3124200" cy="755650"/>
          </a:xfrm>
          <a:prstGeom prst="bentConnector3">
            <a:avLst>
              <a:gd name="adj1" fmla="val 50000"/>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78" name="Elbow Connector 177">
            <a:extLst>
              <a:ext uri="{FF2B5EF4-FFF2-40B4-BE49-F238E27FC236}">
                <a16:creationId xmlns:a16="http://schemas.microsoft.com/office/drawing/2014/main" id="{CCA1BC49-B55C-3079-CBEE-FBB7A3700ECC}"/>
              </a:ext>
            </a:extLst>
          </p:cNvPr>
          <p:cNvCxnSpPr>
            <a:stCxn id="89" idx="3"/>
            <a:endCxn id="126" idx="1"/>
          </p:cNvCxnSpPr>
          <p:nvPr/>
        </p:nvCxnSpPr>
        <p:spPr>
          <a:xfrm flipV="1">
            <a:off x="6324600" y="4027488"/>
            <a:ext cx="3124200" cy="298450"/>
          </a:xfrm>
          <a:prstGeom prst="bentConnector3">
            <a:avLst>
              <a:gd name="adj1" fmla="val 50000"/>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90" name="Elbow Connector 189">
            <a:extLst>
              <a:ext uri="{FF2B5EF4-FFF2-40B4-BE49-F238E27FC236}">
                <a16:creationId xmlns:a16="http://schemas.microsoft.com/office/drawing/2014/main" id="{0F686FED-EDE1-6B7B-7DDD-39E94B9B360F}"/>
              </a:ext>
            </a:extLst>
          </p:cNvPr>
          <p:cNvCxnSpPr>
            <a:stCxn id="89" idx="3"/>
            <a:endCxn id="128" idx="1"/>
          </p:cNvCxnSpPr>
          <p:nvPr/>
        </p:nvCxnSpPr>
        <p:spPr>
          <a:xfrm>
            <a:off x="6324600" y="4325938"/>
            <a:ext cx="3124200" cy="146050"/>
          </a:xfrm>
          <a:prstGeom prst="bentConnector3">
            <a:avLst>
              <a:gd name="adj1" fmla="val 50000"/>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96" name="Elbow Connector 195">
            <a:extLst>
              <a:ext uri="{FF2B5EF4-FFF2-40B4-BE49-F238E27FC236}">
                <a16:creationId xmlns:a16="http://schemas.microsoft.com/office/drawing/2014/main" id="{792034D3-CE3C-C0CC-D134-50420CC8B188}"/>
              </a:ext>
            </a:extLst>
          </p:cNvPr>
          <p:cNvCxnSpPr>
            <a:stCxn id="89" idx="3"/>
            <a:endCxn id="131" idx="1"/>
          </p:cNvCxnSpPr>
          <p:nvPr/>
        </p:nvCxnSpPr>
        <p:spPr>
          <a:xfrm>
            <a:off x="6324600" y="4325939"/>
            <a:ext cx="3124200" cy="598487"/>
          </a:xfrm>
          <a:prstGeom prst="bentConnector3">
            <a:avLst>
              <a:gd name="adj1" fmla="val 50000"/>
            </a:avLst>
          </a:prstGeom>
          <a:ln>
            <a:tailEnd type="arrow"/>
          </a:ln>
        </p:spPr>
        <p:style>
          <a:lnRef idx="1">
            <a:schemeClr val="accent1"/>
          </a:lnRef>
          <a:fillRef idx="0">
            <a:schemeClr val="accent1"/>
          </a:fillRef>
          <a:effectRef idx="0">
            <a:schemeClr val="accent1"/>
          </a:effectRef>
          <a:fontRef idx="minor">
            <a:schemeClr val="tx1"/>
          </a:fontRef>
        </p:style>
      </p:cxnSp>
      <p:cxnSp>
        <p:nvCxnSpPr>
          <p:cNvPr id="201" name="Elbow Connector 200">
            <a:extLst>
              <a:ext uri="{FF2B5EF4-FFF2-40B4-BE49-F238E27FC236}">
                <a16:creationId xmlns:a16="http://schemas.microsoft.com/office/drawing/2014/main" id="{723E42BC-C4B5-1967-407F-40A06604B86F}"/>
              </a:ext>
            </a:extLst>
          </p:cNvPr>
          <p:cNvCxnSpPr>
            <a:endCxn id="133" idx="1"/>
          </p:cNvCxnSpPr>
          <p:nvPr/>
        </p:nvCxnSpPr>
        <p:spPr>
          <a:xfrm>
            <a:off x="6400800" y="4343400"/>
            <a:ext cx="3028950" cy="1028700"/>
          </a:xfrm>
          <a:prstGeom prst="bentConnector3">
            <a:avLst>
              <a:gd name="adj1" fmla="val 50000"/>
            </a:avLst>
          </a:prstGeom>
          <a:ln>
            <a:tailEnd type="arrow"/>
          </a:ln>
        </p:spPr>
        <p:style>
          <a:lnRef idx="1">
            <a:schemeClr val="accent1"/>
          </a:lnRef>
          <a:fillRef idx="0">
            <a:schemeClr val="accent1"/>
          </a:fillRef>
          <a:effectRef idx="0">
            <a:schemeClr val="accent1"/>
          </a:effectRef>
          <a:fontRef idx="minor">
            <a:schemeClr val="tx1"/>
          </a:fontRef>
        </p:style>
      </p:cxnSp>
      <p:cxnSp>
        <p:nvCxnSpPr>
          <p:cNvPr id="206" name="Elbow Connector 205">
            <a:extLst>
              <a:ext uri="{FF2B5EF4-FFF2-40B4-BE49-F238E27FC236}">
                <a16:creationId xmlns:a16="http://schemas.microsoft.com/office/drawing/2014/main" id="{3FA5CBB9-5680-B976-44C5-ED2494D83B93}"/>
              </a:ext>
            </a:extLst>
          </p:cNvPr>
          <p:cNvCxnSpPr>
            <a:stCxn id="89" idx="3"/>
            <a:endCxn id="114" idx="1"/>
          </p:cNvCxnSpPr>
          <p:nvPr/>
        </p:nvCxnSpPr>
        <p:spPr>
          <a:xfrm>
            <a:off x="6324601" y="4325939"/>
            <a:ext cx="3032125" cy="1512887"/>
          </a:xfrm>
          <a:prstGeom prst="bentConnector3">
            <a:avLst>
              <a:gd name="adj1" fmla="val 50000"/>
            </a:avLst>
          </a:prstGeom>
          <a:ln>
            <a:tailEnd type="arrow"/>
          </a:ln>
        </p:spPr>
        <p:style>
          <a:lnRef idx="1">
            <a:schemeClr val="accent1"/>
          </a:lnRef>
          <a:fillRef idx="0">
            <a:schemeClr val="accent1"/>
          </a:fillRef>
          <a:effectRef idx="0">
            <a:schemeClr val="accent1"/>
          </a:effectRef>
          <a:fontRef idx="minor">
            <a:schemeClr val="tx1"/>
          </a:fontRef>
        </p:style>
      </p:cxnSp>
      <p:cxnSp>
        <p:nvCxnSpPr>
          <p:cNvPr id="266" name="Elbow Connector 265">
            <a:extLst>
              <a:ext uri="{FF2B5EF4-FFF2-40B4-BE49-F238E27FC236}">
                <a16:creationId xmlns:a16="http://schemas.microsoft.com/office/drawing/2014/main" id="{B23C03DF-98C4-2B90-B133-D8096B3CFB19}"/>
              </a:ext>
            </a:extLst>
          </p:cNvPr>
          <p:cNvCxnSpPr>
            <a:stCxn id="88" idx="3"/>
            <a:endCxn id="264" idx="1"/>
          </p:cNvCxnSpPr>
          <p:nvPr/>
        </p:nvCxnSpPr>
        <p:spPr>
          <a:xfrm>
            <a:off x="4572000" y="4779497"/>
            <a:ext cx="457200" cy="372815"/>
          </a:xfrm>
          <a:prstGeom prst="bentConnector3">
            <a:avLst>
              <a:gd name="adj1" fmla="val 50000"/>
            </a:avLst>
          </a:prstGeom>
          <a:ln>
            <a:tailEnd type="arrow"/>
          </a:ln>
        </p:spPr>
        <p:style>
          <a:lnRef idx="1">
            <a:schemeClr val="accent1"/>
          </a:lnRef>
          <a:fillRef idx="0">
            <a:schemeClr val="accent1"/>
          </a:fillRef>
          <a:effectRef idx="0">
            <a:schemeClr val="accent1"/>
          </a:effectRef>
          <a:fontRef idx="minor">
            <a:schemeClr val="tx1"/>
          </a:fontRef>
        </p:style>
      </p:cxnSp>
      <p:cxnSp>
        <p:nvCxnSpPr>
          <p:cNvPr id="268" name="Elbow Connector 267">
            <a:extLst>
              <a:ext uri="{FF2B5EF4-FFF2-40B4-BE49-F238E27FC236}">
                <a16:creationId xmlns:a16="http://schemas.microsoft.com/office/drawing/2014/main" id="{AF92C45F-7A42-AC72-6652-62EC29B9C7C6}"/>
              </a:ext>
            </a:extLst>
          </p:cNvPr>
          <p:cNvCxnSpPr>
            <a:stCxn id="264" idx="2"/>
            <a:endCxn id="90" idx="0"/>
          </p:cNvCxnSpPr>
          <p:nvPr/>
        </p:nvCxnSpPr>
        <p:spPr>
          <a:xfrm rot="16200000" flipH="1">
            <a:off x="5652294" y="5299869"/>
            <a:ext cx="49212" cy="0"/>
          </a:xfrm>
          <a:prstGeom prst="bentConnector3">
            <a:avLst>
              <a:gd name="adj1" fmla="val 50000"/>
            </a:avLst>
          </a:prstGeom>
          <a:ln>
            <a:tailEnd type="arrow"/>
          </a:ln>
        </p:spPr>
        <p:style>
          <a:lnRef idx="1">
            <a:schemeClr val="accent1"/>
          </a:lnRef>
          <a:fillRef idx="0">
            <a:schemeClr val="accent1"/>
          </a:fillRef>
          <a:effectRef idx="0">
            <a:schemeClr val="accent1"/>
          </a:effectRef>
          <a:fontRef idx="minor">
            <a:schemeClr val="tx1"/>
          </a:fontRef>
        </p:style>
      </p:cxnSp>
      <p:sp>
        <p:nvSpPr>
          <p:cNvPr id="269" name="Flowchart: Direct Access Storage 268">
            <a:extLst>
              <a:ext uri="{FF2B5EF4-FFF2-40B4-BE49-F238E27FC236}">
                <a16:creationId xmlns:a16="http://schemas.microsoft.com/office/drawing/2014/main" id="{13F9E99D-82A7-6796-F0A1-ECF14CFE21B1}"/>
              </a:ext>
            </a:extLst>
          </p:cNvPr>
          <p:cNvSpPr/>
          <p:nvPr/>
        </p:nvSpPr>
        <p:spPr>
          <a:xfrm>
            <a:off x="6705600" y="5181600"/>
            <a:ext cx="1066800" cy="381000"/>
          </a:xfrm>
          <a:prstGeom prst="flowChartMagneticDrum">
            <a:avLst/>
          </a:prstGeom>
          <a:gradFill>
            <a:gsLst>
              <a:gs pos="0">
                <a:srgbClr val="DDEBCF"/>
              </a:gs>
              <a:gs pos="50000">
                <a:srgbClr val="9CB86E"/>
              </a:gs>
              <a:gs pos="100000">
                <a:srgbClr val="156B13"/>
              </a:gs>
            </a:gsLst>
            <a:lin ang="5400000" scaled="0"/>
          </a:gra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dirty="0"/>
          </a:p>
        </p:txBody>
      </p:sp>
      <p:sp>
        <p:nvSpPr>
          <p:cNvPr id="6263" name="TextBox 34">
            <a:extLst>
              <a:ext uri="{FF2B5EF4-FFF2-40B4-BE49-F238E27FC236}">
                <a16:creationId xmlns:a16="http://schemas.microsoft.com/office/drawing/2014/main" id="{657CDC09-CBC9-5EDD-2729-ADE7343D8E00}"/>
              </a:ext>
            </a:extLst>
          </p:cNvPr>
          <p:cNvSpPr txBox="1">
            <a:spLocks noChangeArrowheads="1"/>
          </p:cNvSpPr>
          <p:nvPr/>
        </p:nvSpPr>
        <p:spPr bwMode="auto">
          <a:xfrm>
            <a:off x="6781800" y="5257800"/>
            <a:ext cx="609600" cy="215900"/>
          </a:xfrm>
          <a:prstGeom prst="rect">
            <a:avLst/>
          </a:prstGeom>
          <a:gradFill rotWithShape="0">
            <a:gsLst>
              <a:gs pos="0">
                <a:srgbClr val="DDEBCF"/>
              </a:gs>
              <a:gs pos="50000">
                <a:srgbClr val="9CB86E"/>
              </a:gs>
              <a:gs pos="100000">
                <a:srgbClr val="156B13"/>
              </a:gs>
            </a:gsLst>
            <a:lin ang="5400000"/>
          </a:gradFill>
          <a:ln w="9525" cap="rnd">
            <a:solidFill>
              <a:schemeClr val="accent1"/>
            </a:solidFill>
            <a:miter lim="800000"/>
            <a:headEnd/>
            <a:tailEnd/>
          </a:ln>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n-US" altLang="en-US" sz="800" dirty="0">
                <a:solidFill>
                  <a:srgbClr val="FFFF00"/>
                </a:solidFill>
                <a:latin typeface="Calibri" panose="020F0502020204030204" pitchFamily="34" charset="0"/>
              </a:rPr>
              <a:t>POSP084</a:t>
            </a:r>
          </a:p>
        </p:txBody>
      </p:sp>
      <p:cxnSp>
        <p:nvCxnSpPr>
          <p:cNvPr id="272" name="Elbow Connector 271">
            <a:extLst>
              <a:ext uri="{FF2B5EF4-FFF2-40B4-BE49-F238E27FC236}">
                <a16:creationId xmlns:a16="http://schemas.microsoft.com/office/drawing/2014/main" id="{FB9DD992-948E-65E4-827E-EE565F0839BC}"/>
              </a:ext>
            </a:extLst>
          </p:cNvPr>
          <p:cNvCxnSpPr>
            <a:stCxn id="90" idx="3"/>
            <a:endCxn id="269" idx="1"/>
          </p:cNvCxnSpPr>
          <p:nvPr/>
        </p:nvCxnSpPr>
        <p:spPr>
          <a:xfrm flipV="1">
            <a:off x="6324600" y="5372101"/>
            <a:ext cx="381000" cy="74613"/>
          </a:xfrm>
          <a:prstGeom prst="bentConnector3">
            <a:avLst>
              <a:gd name="adj1" fmla="val 50000"/>
            </a:avLst>
          </a:prstGeom>
          <a:ln>
            <a:tailEnd type="arrow"/>
          </a:ln>
        </p:spPr>
        <p:style>
          <a:lnRef idx="1">
            <a:schemeClr val="accent1"/>
          </a:lnRef>
          <a:fillRef idx="0">
            <a:schemeClr val="accent1"/>
          </a:fillRef>
          <a:effectRef idx="0">
            <a:schemeClr val="accent1"/>
          </a:effectRef>
          <a:fontRef idx="minor">
            <a:schemeClr val="tx1"/>
          </a:fontRef>
        </p:style>
      </p:cxnSp>
      <p:sp>
        <p:nvSpPr>
          <p:cNvPr id="292" name="TextBox 291">
            <a:extLst>
              <a:ext uri="{FF2B5EF4-FFF2-40B4-BE49-F238E27FC236}">
                <a16:creationId xmlns:a16="http://schemas.microsoft.com/office/drawing/2014/main" id="{D4346695-DD83-2DE4-D154-92ED7F1A4673}"/>
              </a:ext>
            </a:extLst>
          </p:cNvPr>
          <p:cNvSpPr txBox="1"/>
          <p:nvPr/>
        </p:nvSpPr>
        <p:spPr>
          <a:xfrm>
            <a:off x="3200400" y="6611938"/>
            <a:ext cx="914400" cy="246062"/>
          </a:xfrm>
          <a:prstGeom prst="rect">
            <a:avLst/>
          </a:prstGeom>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a:ln cap="rnd">
            <a:solidFill>
              <a:schemeClr val="accent1"/>
            </a:solidFill>
          </a:ln>
        </p:spPr>
        <p:txBody>
          <a:bodyPr>
            <a:spAutoFit/>
          </a:bodyPr>
          <a:lstStyle/>
          <a:p>
            <a:pPr>
              <a:defRPr/>
            </a:pPr>
            <a:r>
              <a:rPr lang="en-US" sz="1000" dirty="0"/>
              <a:t>FTPSTRMGET</a:t>
            </a:r>
          </a:p>
        </p:txBody>
      </p:sp>
      <p:sp>
        <p:nvSpPr>
          <p:cNvPr id="293" name="TextBox 292">
            <a:extLst>
              <a:ext uri="{FF2B5EF4-FFF2-40B4-BE49-F238E27FC236}">
                <a16:creationId xmlns:a16="http://schemas.microsoft.com/office/drawing/2014/main" id="{74066661-C618-E0A6-A820-92D4018B06D2}"/>
              </a:ext>
            </a:extLst>
          </p:cNvPr>
          <p:cNvSpPr txBox="1"/>
          <p:nvPr/>
        </p:nvSpPr>
        <p:spPr>
          <a:xfrm>
            <a:off x="4724400" y="6575426"/>
            <a:ext cx="914400" cy="246063"/>
          </a:xfrm>
          <a:prstGeom prst="rect">
            <a:avLst/>
          </a:prstGeom>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a:ln cap="rnd">
            <a:solidFill>
              <a:schemeClr val="accent1"/>
            </a:solidFill>
          </a:ln>
        </p:spPr>
        <p:txBody>
          <a:bodyPr>
            <a:spAutoFit/>
          </a:bodyPr>
          <a:lstStyle/>
          <a:p>
            <a:pPr>
              <a:defRPr/>
            </a:pPr>
            <a:r>
              <a:rPr lang="en-US" sz="1000" dirty="0"/>
              <a:t>PCISFTP</a:t>
            </a:r>
          </a:p>
        </p:txBody>
      </p:sp>
      <p:cxnSp>
        <p:nvCxnSpPr>
          <p:cNvPr id="295" name="Elbow Connector 294">
            <a:extLst>
              <a:ext uri="{FF2B5EF4-FFF2-40B4-BE49-F238E27FC236}">
                <a16:creationId xmlns:a16="http://schemas.microsoft.com/office/drawing/2014/main" id="{AA112F5C-F2DB-DD8F-E2FA-B8933BD54AB5}"/>
              </a:ext>
            </a:extLst>
          </p:cNvPr>
          <p:cNvCxnSpPr>
            <a:stCxn id="118" idx="2"/>
            <a:endCxn id="293" idx="0"/>
          </p:cNvCxnSpPr>
          <p:nvPr/>
        </p:nvCxnSpPr>
        <p:spPr>
          <a:xfrm rot="5400000">
            <a:off x="5383214" y="6257926"/>
            <a:ext cx="115887" cy="519113"/>
          </a:xfrm>
          <a:prstGeom prst="bentConnector3">
            <a:avLst>
              <a:gd name="adj1" fmla="val 50000"/>
            </a:avLst>
          </a:prstGeom>
          <a:ln>
            <a:tailEnd type="arrow"/>
          </a:ln>
        </p:spPr>
        <p:style>
          <a:lnRef idx="1">
            <a:schemeClr val="accent1"/>
          </a:lnRef>
          <a:fillRef idx="0">
            <a:schemeClr val="accent1"/>
          </a:fillRef>
          <a:effectRef idx="0">
            <a:schemeClr val="accent1"/>
          </a:effectRef>
          <a:fontRef idx="minor">
            <a:schemeClr val="tx1"/>
          </a:fontRef>
        </p:style>
      </p:cxnSp>
      <p:cxnSp>
        <p:nvCxnSpPr>
          <p:cNvPr id="302" name="Elbow Connector 301">
            <a:extLst>
              <a:ext uri="{FF2B5EF4-FFF2-40B4-BE49-F238E27FC236}">
                <a16:creationId xmlns:a16="http://schemas.microsoft.com/office/drawing/2014/main" id="{20E278F3-9ECE-8021-862D-B517F4161EC0}"/>
              </a:ext>
            </a:extLst>
          </p:cNvPr>
          <p:cNvCxnSpPr>
            <a:stCxn id="118" idx="2"/>
            <a:endCxn id="292" idx="0"/>
          </p:cNvCxnSpPr>
          <p:nvPr/>
        </p:nvCxnSpPr>
        <p:spPr>
          <a:xfrm rot="5400000">
            <a:off x="4602957" y="5514182"/>
            <a:ext cx="152400" cy="2043113"/>
          </a:xfrm>
          <a:prstGeom prst="bentConnector3">
            <a:avLst>
              <a:gd name="adj1" fmla="val 50000"/>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66" name="Elbow Connector 165">
            <a:extLst>
              <a:ext uri="{FF2B5EF4-FFF2-40B4-BE49-F238E27FC236}">
                <a16:creationId xmlns:a16="http://schemas.microsoft.com/office/drawing/2014/main" id="{1B9223AB-4E98-175D-5AC4-8D65AE43FBF1}"/>
              </a:ext>
            </a:extLst>
          </p:cNvPr>
          <p:cNvCxnSpPr>
            <a:stCxn id="89" idx="3"/>
            <a:endCxn id="34" idx="0"/>
          </p:cNvCxnSpPr>
          <p:nvPr/>
        </p:nvCxnSpPr>
        <p:spPr>
          <a:xfrm flipV="1">
            <a:off x="6324600" y="1066800"/>
            <a:ext cx="2286000" cy="3259138"/>
          </a:xfrm>
          <a:prstGeom prst="bentConnector4">
            <a:avLst>
              <a:gd name="adj1" fmla="val 74032"/>
              <a:gd name="adj2" fmla="val 107012"/>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79" name="Shape 178">
            <a:extLst>
              <a:ext uri="{FF2B5EF4-FFF2-40B4-BE49-F238E27FC236}">
                <a16:creationId xmlns:a16="http://schemas.microsoft.com/office/drawing/2014/main" id="{C3880A40-44EB-51FC-09B7-5B98332EC2A4}"/>
              </a:ext>
            </a:extLst>
          </p:cNvPr>
          <p:cNvCxnSpPr>
            <a:stCxn id="88" idx="3"/>
            <a:endCxn id="118" idx="1"/>
          </p:cNvCxnSpPr>
          <p:nvPr/>
        </p:nvCxnSpPr>
        <p:spPr>
          <a:xfrm>
            <a:off x="4572001" y="4779497"/>
            <a:ext cx="481013" cy="1557011"/>
          </a:xfrm>
          <a:prstGeom prst="bentConnector3">
            <a:avLst>
              <a:gd name="adj1" fmla="val 50000"/>
            </a:avLst>
          </a:prstGeom>
          <a:ln>
            <a:tailEnd type="arrow"/>
          </a:ln>
        </p:spPr>
        <p:style>
          <a:lnRef idx="1">
            <a:schemeClr val="accent1"/>
          </a:lnRef>
          <a:fillRef idx="0">
            <a:schemeClr val="accent1"/>
          </a:fillRef>
          <a:effectRef idx="0">
            <a:schemeClr val="accent1"/>
          </a:effectRef>
          <a:fontRef idx="minor">
            <a:schemeClr val="tx1"/>
          </a:fontRef>
        </p:style>
      </p:cxnSp>
      <p:sp>
        <p:nvSpPr>
          <p:cNvPr id="194" name="TextBox 193">
            <a:extLst>
              <a:ext uri="{FF2B5EF4-FFF2-40B4-BE49-F238E27FC236}">
                <a16:creationId xmlns:a16="http://schemas.microsoft.com/office/drawing/2014/main" id="{F8C82707-A1C3-D6F7-365B-A9C2DA9364EF}"/>
              </a:ext>
            </a:extLst>
          </p:cNvPr>
          <p:cNvSpPr txBox="1"/>
          <p:nvPr/>
        </p:nvSpPr>
        <p:spPr>
          <a:xfrm>
            <a:off x="3151188" y="6251576"/>
            <a:ext cx="1295400" cy="246063"/>
          </a:xfrm>
          <a:prstGeom prst="rect">
            <a:avLst/>
          </a:prstGeom>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a:ln cap="rnd">
            <a:solidFill>
              <a:schemeClr val="accent1"/>
            </a:solidFill>
          </a:ln>
        </p:spPr>
        <p:txBody>
          <a:bodyPr>
            <a:spAutoFit/>
          </a:bodyPr>
          <a:lstStyle/>
          <a:p>
            <a:pPr>
              <a:defRPr/>
            </a:pPr>
            <a:r>
              <a:rPr lang="en-US" sz="1000" b="1" i="1" dirty="0"/>
              <a:t>POSB322 </a:t>
            </a:r>
            <a:r>
              <a:rPr lang="en-US" sz="800" b="1" i="1" dirty="0"/>
              <a:t>UK 5,7,8 RJE</a:t>
            </a:r>
          </a:p>
        </p:txBody>
      </p:sp>
      <p:sp>
        <p:nvSpPr>
          <p:cNvPr id="215" name="Flowchart: Direct Access Storage 214">
            <a:extLst>
              <a:ext uri="{FF2B5EF4-FFF2-40B4-BE49-F238E27FC236}">
                <a16:creationId xmlns:a16="http://schemas.microsoft.com/office/drawing/2014/main" id="{9B7C783C-044B-1FC5-A3CF-561CD042ACD8}"/>
              </a:ext>
            </a:extLst>
          </p:cNvPr>
          <p:cNvSpPr/>
          <p:nvPr/>
        </p:nvSpPr>
        <p:spPr>
          <a:xfrm>
            <a:off x="8177214" y="6553200"/>
            <a:ext cx="1119187" cy="268288"/>
          </a:xfrm>
          <a:prstGeom prst="flowChartMagneticDrum">
            <a:avLst/>
          </a:prstGeom>
          <a:gradFill>
            <a:gsLst>
              <a:gs pos="0">
                <a:srgbClr val="000082"/>
              </a:gs>
              <a:gs pos="30000">
                <a:srgbClr val="66008F"/>
              </a:gs>
              <a:gs pos="64999">
                <a:srgbClr val="BA0066"/>
              </a:gs>
              <a:gs pos="89999">
                <a:srgbClr val="FF0000"/>
              </a:gs>
              <a:gs pos="100000">
                <a:srgbClr val="FF8200"/>
              </a:gs>
            </a:gsLst>
            <a:lin ang="5400000" scaled="0"/>
          </a:gra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dirty="0"/>
          </a:p>
        </p:txBody>
      </p:sp>
      <p:sp>
        <p:nvSpPr>
          <p:cNvPr id="6273" name="TextBox 34">
            <a:extLst>
              <a:ext uri="{FF2B5EF4-FFF2-40B4-BE49-F238E27FC236}">
                <a16:creationId xmlns:a16="http://schemas.microsoft.com/office/drawing/2014/main" id="{A675206A-64CB-08B9-3903-556431619200}"/>
              </a:ext>
            </a:extLst>
          </p:cNvPr>
          <p:cNvSpPr txBox="1">
            <a:spLocks noChangeArrowheads="1"/>
          </p:cNvSpPr>
          <p:nvPr/>
        </p:nvSpPr>
        <p:spPr bwMode="auto">
          <a:xfrm>
            <a:off x="8259764" y="6596063"/>
            <a:ext cx="661987" cy="215900"/>
          </a:xfrm>
          <a:prstGeom prst="rect">
            <a:avLst/>
          </a:prstGeom>
          <a:gradFill rotWithShape="0">
            <a:gsLst>
              <a:gs pos="0">
                <a:srgbClr val="000082"/>
              </a:gs>
              <a:gs pos="30000">
                <a:srgbClr val="66008F"/>
              </a:gs>
              <a:gs pos="64999">
                <a:srgbClr val="BA0066"/>
              </a:gs>
              <a:gs pos="89999">
                <a:srgbClr val="FF0000"/>
              </a:gs>
              <a:gs pos="100000">
                <a:srgbClr val="FF8200"/>
              </a:gs>
            </a:gsLst>
            <a:lin ang="5400000"/>
          </a:gradFill>
          <a:ln>
            <a:noFill/>
          </a:ln>
          <a:extLst>
            <a:ext uri="{91240B29-F687-4F45-9708-019B960494DF}">
              <a14:hiddenLine xmlns:a14="http://schemas.microsoft.com/office/drawing/2010/main" w="9525" cap="rnd">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n-US" altLang="en-US" sz="800" b="1" dirty="0">
                <a:solidFill>
                  <a:srgbClr val="FFFF00"/>
                </a:solidFill>
                <a:latin typeface="Calibri" panose="020F0502020204030204" pitchFamily="34" charset="0"/>
              </a:rPr>
              <a:t>POSP084H</a:t>
            </a:r>
          </a:p>
        </p:txBody>
      </p:sp>
      <p:sp>
        <p:nvSpPr>
          <p:cNvPr id="162" name="Flowchart: Direct Access Storage 161">
            <a:extLst>
              <a:ext uri="{FF2B5EF4-FFF2-40B4-BE49-F238E27FC236}">
                <a16:creationId xmlns:a16="http://schemas.microsoft.com/office/drawing/2014/main" id="{EA7EA1CB-5FB8-6F20-378D-E44AA50B929B}"/>
              </a:ext>
            </a:extLst>
          </p:cNvPr>
          <p:cNvSpPr/>
          <p:nvPr/>
        </p:nvSpPr>
        <p:spPr>
          <a:xfrm>
            <a:off x="2667000" y="3313113"/>
            <a:ext cx="1143000" cy="381000"/>
          </a:xfrm>
          <a:prstGeom prst="flowChartMagneticDrum">
            <a:avLst/>
          </a:prstGeom>
          <a:gradFill>
            <a:gsLst>
              <a:gs pos="0">
                <a:srgbClr val="DDEBCF"/>
              </a:gs>
              <a:gs pos="50000">
                <a:srgbClr val="9CB86E"/>
              </a:gs>
              <a:gs pos="100000">
                <a:srgbClr val="156B13"/>
              </a:gs>
            </a:gsLst>
            <a:lin ang="5400000" scaled="0"/>
          </a:gra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dirty="0"/>
          </a:p>
        </p:txBody>
      </p:sp>
      <p:sp>
        <p:nvSpPr>
          <p:cNvPr id="6275" name="TextBox 51">
            <a:extLst>
              <a:ext uri="{FF2B5EF4-FFF2-40B4-BE49-F238E27FC236}">
                <a16:creationId xmlns:a16="http://schemas.microsoft.com/office/drawing/2014/main" id="{C65A9488-73A3-B3E2-7423-396C8081C07A}"/>
              </a:ext>
            </a:extLst>
          </p:cNvPr>
          <p:cNvSpPr txBox="1">
            <a:spLocks noChangeArrowheads="1"/>
          </p:cNvSpPr>
          <p:nvPr/>
        </p:nvSpPr>
        <p:spPr bwMode="auto">
          <a:xfrm>
            <a:off x="2789238" y="3389313"/>
            <a:ext cx="762000" cy="215900"/>
          </a:xfrm>
          <a:prstGeom prst="rect">
            <a:avLst/>
          </a:prstGeom>
          <a:gradFill rotWithShape="0">
            <a:gsLst>
              <a:gs pos="0">
                <a:srgbClr val="DDEBCF"/>
              </a:gs>
              <a:gs pos="50000">
                <a:srgbClr val="9CB86E"/>
              </a:gs>
              <a:gs pos="100000">
                <a:srgbClr val="156B13"/>
              </a:gs>
            </a:gsLst>
            <a:lin ang="5400000"/>
          </a:gradFill>
          <a:ln w="9525" cap="rnd">
            <a:solidFill>
              <a:schemeClr val="accent1"/>
            </a:solidFill>
            <a:miter lim="800000"/>
            <a:headEnd/>
            <a:tailEnd/>
          </a:ln>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n-US" altLang="en-US" sz="800" dirty="0">
                <a:solidFill>
                  <a:srgbClr val="FFFF00"/>
                </a:solidFill>
                <a:latin typeface="Calibri" panose="020F0502020204030204" pitchFamily="34" charset="0"/>
              </a:rPr>
              <a:t>LCLSTRCTL</a:t>
            </a:r>
            <a:endParaRPr lang="en-US" altLang="en-US" sz="800" dirty="0">
              <a:latin typeface="Calibri" panose="020F0502020204030204" pitchFamily="34" charset="0"/>
            </a:endParaRPr>
          </a:p>
        </p:txBody>
      </p:sp>
      <p:cxnSp>
        <p:nvCxnSpPr>
          <p:cNvPr id="165" name="Elbow Connector 157">
            <a:extLst>
              <a:ext uri="{FF2B5EF4-FFF2-40B4-BE49-F238E27FC236}">
                <a16:creationId xmlns:a16="http://schemas.microsoft.com/office/drawing/2014/main" id="{A20EDCA7-EC99-3013-6CE3-FA5201AF2981}"/>
              </a:ext>
            </a:extLst>
          </p:cNvPr>
          <p:cNvCxnSpPr>
            <a:endCxn id="162" idx="4"/>
          </p:cNvCxnSpPr>
          <p:nvPr/>
        </p:nvCxnSpPr>
        <p:spPr>
          <a:xfrm rot="16200000" flipH="1">
            <a:off x="3573463" y="3267076"/>
            <a:ext cx="285750" cy="187325"/>
          </a:xfrm>
          <a:prstGeom prst="bentConnector4">
            <a:avLst>
              <a:gd name="adj1" fmla="val 16674"/>
              <a:gd name="adj2" fmla="val 170034"/>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92" name="Shape 191">
            <a:extLst>
              <a:ext uri="{FF2B5EF4-FFF2-40B4-BE49-F238E27FC236}">
                <a16:creationId xmlns:a16="http://schemas.microsoft.com/office/drawing/2014/main" id="{659F5013-296F-141A-DF6F-2BC83338B67D}"/>
              </a:ext>
            </a:extLst>
          </p:cNvPr>
          <p:cNvCxnSpPr>
            <a:endCxn id="88" idx="0"/>
          </p:cNvCxnSpPr>
          <p:nvPr/>
        </p:nvCxnSpPr>
        <p:spPr>
          <a:xfrm rot="16200000" flipH="1">
            <a:off x="3580607" y="3237706"/>
            <a:ext cx="738187" cy="406401"/>
          </a:xfrm>
          <a:prstGeom prst="bentConnector3">
            <a:avLst>
              <a:gd name="adj1" fmla="val 50000"/>
            </a:avLst>
          </a:prstGeom>
          <a:ln>
            <a:tailEnd type="arrow"/>
          </a:ln>
        </p:spPr>
        <p:style>
          <a:lnRef idx="1">
            <a:schemeClr val="accent1"/>
          </a:lnRef>
          <a:fillRef idx="0">
            <a:schemeClr val="accent1"/>
          </a:fillRef>
          <a:effectRef idx="0">
            <a:schemeClr val="accent1"/>
          </a:effectRef>
          <a:fontRef idx="minor">
            <a:schemeClr val="tx1"/>
          </a:fontRef>
        </p:style>
      </p:cxnSp>
      <p:sp>
        <p:nvSpPr>
          <p:cNvPr id="233" name="Flowchart: Direct Access Storage 232">
            <a:extLst>
              <a:ext uri="{FF2B5EF4-FFF2-40B4-BE49-F238E27FC236}">
                <a16:creationId xmlns:a16="http://schemas.microsoft.com/office/drawing/2014/main" id="{5EC9DA54-3B26-3906-DECC-5C4A571BCE02}"/>
              </a:ext>
            </a:extLst>
          </p:cNvPr>
          <p:cNvSpPr/>
          <p:nvPr/>
        </p:nvSpPr>
        <p:spPr>
          <a:xfrm>
            <a:off x="6623050" y="5880100"/>
            <a:ext cx="1066800" cy="381000"/>
          </a:xfrm>
          <a:prstGeom prst="flowChartMagneticDrum">
            <a:avLst/>
          </a:prstGeom>
          <a:gradFill>
            <a:gsLst>
              <a:gs pos="0">
                <a:srgbClr val="DDEBCF"/>
              </a:gs>
              <a:gs pos="50000">
                <a:srgbClr val="9CB86E"/>
              </a:gs>
              <a:gs pos="100000">
                <a:srgbClr val="156B13"/>
              </a:gs>
            </a:gsLst>
            <a:lin ang="5400000" scaled="0"/>
          </a:gra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dirty="0"/>
          </a:p>
        </p:txBody>
      </p:sp>
      <p:sp>
        <p:nvSpPr>
          <p:cNvPr id="3219" name="TextBox 9">
            <a:extLst>
              <a:ext uri="{FF2B5EF4-FFF2-40B4-BE49-F238E27FC236}">
                <a16:creationId xmlns:a16="http://schemas.microsoft.com/office/drawing/2014/main" id="{7920D9EA-8AD1-F957-3E62-0176065C8B3A}"/>
              </a:ext>
            </a:extLst>
          </p:cNvPr>
          <p:cNvSpPr txBox="1">
            <a:spLocks noChangeArrowheads="1"/>
          </p:cNvSpPr>
          <p:nvPr/>
        </p:nvSpPr>
        <p:spPr bwMode="auto">
          <a:xfrm>
            <a:off x="6698891" y="5955896"/>
            <a:ext cx="762000" cy="215900"/>
          </a:xfrm>
          <a:prstGeom prst="rect">
            <a:avLst/>
          </a:prstGeom>
          <a:gradFill rotWithShape="0">
            <a:gsLst>
              <a:gs pos="0">
                <a:srgbClr val="DDEBCF"/>
              </a:gs>
              <a:gs pos="50000">
                <a:srgbClr val="9CB86E"/>
              </a:gs>
              <a:gs pos="100000">
                <a:srgbClr val="156B13"/>
              </a:gs>
            </a:gsLst>
            <a:lin ang="5400000" scaled="0"/>
          </a:gradFill>
          <a:ln w="9525" cap="rnd">
            <a:solidFill>
              <a:schemeClr val="accent1"/>
            </a:solidFill>
            <a:miter lim="800000"/>
            <a:headEnd/>
            <a:tailEnd/>
          </a:ln>
        </p:spPr>
        <p:txBody>
          <a:bodyPr>
            <a:spAutoFit/>
          </a:bodyPr>
          <a:lstStyle/>
          <a:p>
            <a:pPr algn="ctr">
              <a:defRPr/>
            </a:pPr>
            <a:r>
              <a:rPr lang="en-US" sz="800" dirty="0">
                <a:gradFill>
                  <a:gsLst>
                    <a:gs pos="0">
                      <a:srgbClr val="000082"/>
                    </a:gs>
                    <a:gs pos="30000">
                      <a:srgbClr val="66008F"/>
                    </a:gs>
                    <a:gs pos="64999">
                      <a:srgbClr val="BA0066"/>
                    </a:gs>
                    <a:gs pos="89999">
                      <a:srgbClr val="FF0000"/>
                    </a:gs>
                    <a:gs pos="100000">
                      <a:srgbClr val="FF8200"/>
                    </a:gs>
                  </a:gsLst>
                  <a:lin ang="5400000" scaled="0"/>
                </a:gradFill>
                <a:latin typeface="Calibri" pitchFamily="34" charset="0"/>
              </a:rPr>
              <a:t>POSP090</a:t>
            </a:r>
          </a:p>
        </p:txBody>
      </p:sp>
      <p:cxnSp>
        <p:nvCxnSpPr>
          <p:cNvPr id="375" name="Elbow Connector 374">
            <a:extLst>
              <a:ext uri="{FF2B5EF4-FFF2-40B4-BE49-F238E27FC236}">
                <a16:creationId xmlns:a16="http://schemas.microsoft.com/office/drawing/2014/main" id="{FE849252-2CA2-5C24-94F5-2B3D80B47D15}"/>
              </a:ext>
            </a:extLst>
          </p:cNvPr>
          <p:cNvCxnSpPr>
            <a:stCxn id="88" idx="3"/>
            <a:endCxn id="233" idx="1"/>
          </p:cNvCxnSpPr>
          <p:nvPr/>
        </p:nvCxnSpPr>
        <p:spPr>
          <a:xfrm>
            <a:off x="4572000" y="4779496"/>
            <a:ext cx="2051050" cy="1291104"/>
          </a:xfrm>
          <a:prstGeom prst="bentConnector3">
            <a:avLst>
              <a:gd name="adj1" fmla="val 50000"/>
            </a:avLst>
          </a:prstGeom>
          <a:ln>
            <a:tailEnd type="arrow"/>
          </a:ln>
        </p:spPr>
        <p:style>
          <a:lnRef idx="1">
            <a:schemeClr val="accent1"/>
          </a:lnRef>
          <a:fillRef idx="0">
            <a:schemeClr val="accent1"/>
          </a:fillRef>
          <a:effectRef idx="0">
            <a:schemeClr val="accent1"/>
          </a:effectRef>
          <a:fontRef idx="minor">
            <a:schemeClr val="tx1"/>
          </a:fontRef>
        </p:style>
      </p:cxnSp>
      <p:cxnSp>
        <p:nvCxnSpPr>
          <p:cNvPr id="410" name="Shape 409">
            <a:extLst>
              <a:ext uri="{FF2B5EF4-FFF2-40B4-BE49-F238E27FC236}">
                <a16:creationId xmlns:a16="http://schemas.microsoft.com/office/drawing/2014/main" id="{F1E4EDE9-0BBB-2ACF-AD42-C117DF73B60C}"/>
              </a:ext>
            </a:extLst>
          </p:cNvPr>
          <p:cNvCxnSpPr>
            <a:stCxn id="88" idx="3"/>
            <a:endCxn id="36" idx="0"/>
          </p:cNvCxnSpPr>
          <p:nvPr/>
        </p:nvCxnSpPr>
        <p:spPr>
          <a:xfrm flipV="1">
            <a:off x="4572000" y="1600200"/>
            <a:ext cx="4076700" cy="3179296"/>
          </a:xfrm>
          <a:prstGeom prst="bentConnector4">
            <a:avLst>
              <a:gd name="adj1" fmla="val 42991"/>
              <a:gd name="adj2" fmla="val 107190"/>
            </a:avLst>
          </a:prstGeom>
          <a:ln>
            <a:tailEnd type="arrow"/>
          </a:ln>
        </p:spPr>
        <p:style>
          <a:lnRef idx="1">
            <a:schemeClr val="accent1"/>
          </a:lnRef>
          <a:fillRef idx="0">
            <a:schemeClr val="accent1"/>
          </a:fillRef>
          <a:effectRef idx="0">
            <a:schemeClr val="accent1"/>
          </a:effectRef>
          <a:fontRef idx="minor">
            <a:schemeClr val="tx1"/>
          </a:fontRef>
        </p:style>
      </p:cxnSp>
      <p:cxnSp>
        <p:nvCxnSpPr>
          <p:cNvPr id="428" name="Shape 427">
            <a:extLst>
              <a:ext uri="{FF2B5EF4-FFF2-40B4-BE49-F238E27FC236}">
                <a16:creationId xmlns:a16="http://schemas.microsoft.com/office/drawing/2014/main" id="{113A2FEC-F935-5273-6EE3-D69E2C67896B}"/>
              </a:ext>
            </a:extLst>
          </p:cNvPr>
          <p:cNvCxnSpPr>
            <a:stCxn id="88" idx="3"/>
            <a:endCxn id="34" idx="0"/>
          </p:cNvCxnSpPr>
          <p:nvPr/>
        </p:nvCxnSpPr>
        <p:spPr>
          <a:xfrm flipV="1">
            <a:off x="4572000" y="1066800"/>
            <a:ext cx="4038600" cy="3712696"/>
          </a:xfrm>
          <a:prstGeom prst="bentConnector4">
            <a:avLst>
              <a:gd name="adj1" fmla="val 43396"/>
              <a:gd name="adj2" fmla="val 106157"/>
            </a:avLst>
          </a:prstGeom>
          <a:ln>
            <a:tailEnd type="arrow"/>
          </a:ln>
        </p:spPr>
        <p:style>
          <a:lnRef idx="1">
            <a:schemeClr val="accent1"/>
          </a:lnRef>
          <a:fillRef idx="0">
            <a:schemeClr val="accent1"/>
          </a:fillRef>
          <a:effectRef idx="0">
            <a:schemeClr val="accent1"/>
          </a:effectRef>
          <a:fontRef idx="minor">
            <a:schemeClr val="tx1"/>
          </a:fontRef>
        </p:style>
      </p:cxnSp>
      <p:cxnSp>
        <p:nvCxnSpPr>
          <p:cNvPr id="450" name="Elbow Connector 449">
            <a:extLst>
              <a:ext uri="{FF2B5EF4-FFF2-40B4-BE49-F238E27FC236}">
                <a16:creationId xmlns:a16="http://schemas.microsoft.com/office/drawing/2014/main" id="{66617E02-53AD-EEBA-6300-59B700A37FB9}"/>
              </a:ext>
            </a:extLst>
          </p:cNvPr>
          <p:cNvCxnSpPr>
            <a:stCxn id="60" idx="2"/>
            <a:endCxn id="28" idx="0"/>
          </p:cNvCxnSpPr>
          <p:nvPr/>
        </p:nvCxnSpPr>
        <p:spPr>
          <a:xfrm rot="16200000" flipH="1">
            <a:off x="2667795" y="2016919"/>
            <a:ext cx="725487" cy="1184275"/>
          </a:xfrm>
          <a:prstGeom prst="bentConnector3">
            <a:avLst>
              <a:gd name="adj1" fmla="val 50000"/>
            </a:avLst>
          </a:prstGeom>
          <a:ln>
            <a:tailEnd type="arrow"/>
          </a:ln>
        </p:spPr>
        <p:style>
          <a:lnRef idx="1">
            <a:schemeClr val="accent1"/>
          </a:lnRef>
          <a:fillRef idx="0">
            <a:schemeClr val="accent1"/>
          </a:fillRef>
          <a:effectRef idx="0">
            <a:schemeClr val="accent1"/>
          </a:effectRef>
          <a:fontRef idx="minor">
            <a:schemeClr val="tx1"/>
          </a:fontRef>
        </p:style>
      </p:cxnSp>
      <p:cxnSp>
        <p:nvCxnSpPr>
          <p:cNvPr id="453" name="Elbow Connector 452">
            <a:extLst>
              <a:ext uri="{FF2B5EF4-FFF2-40B4-BE49-F238E27FC236}">
                <a16:creationId xmlns:a16="http://schemas.microsoft.com/office/drawing/2014/main" id="{66EBB57E-D2CD-BC92-A183-821BFE180A3E}"/>
              </a:ext>
            </a:extLst>
          </p:cNvPr>
          <p:cNvCxnSpPr>
            <a:stCxn id="72" idx="2"/>
            <a:endCxn id="28" idx="0"/>
          </p:cNvCxnSpPr>
          <p:nvPr/>
        </p:nvCxnSpPr>
        <p:spPr>
          <a:xfrm rot="16200000" flipH="1">
            <a:off x="3474641" y="2823766"/>
            <a:ext cx="228600" cy="67468"/>
          </a:xfrm>
          <a:prstGeom prst="bentConnector3">
            <a:avLst>
              <a:gd name="adj1" fmla="val 50000"/>
            </a:avLst>
          </a:prstGeom>
          <a:ln>
            <a:headEnd type="arrow"/>
            <a:tailEnd type="arrow"/>
          </a:ln>
        </p:spPr>
        <p:style>
          <a:lnRef idx="1">
            <a:schemeClr val="accent1"/>
          </a:lnRef>
          <a:fillRef idx="0">
            <a:schemeClr val="accent1"/>
          </a:fillRef>
          <a:effectRef idx="0">
            <a:schemeClr val="accent1"/>
          </a:effectRef>
          <a:fontRef idx="minor">
            <a:schemeClr val="tx1"/>
          </a:fontRef>
        </p:style>
      </p:cxnSp>
      <p:sp>
        <p:nvSpPr>
          <p:cNvPr id="454" name="TextBox 453">
            <a:extLst>
              <a:ext uri="{FF2B5EF4-FFF2-40B4-BE49-F238E27FC236}">
                <a16:creationId xmlns:a16="http://schemas.microsoft.com/office/drawing/2014/main" id="{99B0BA9B-8C7C-8796-CE89-87D2AA9F756F}"/>
              </a:ext>
            </a:extLst>
          </p:cNvPr>
          <p:cNvSpPr txBox="1"/>
          <p:nvPr/>
        </p:nvSpPr>
        <p:spPr>
          <a:xfrm>
            <a:off x="9372600" y="457200"/>
            <a:ext cx="914400" cy="338138"/>
          </a:xfrm>
          <a:prstGeom prst="rect">
            <a:avLst/>
          </a:prstGeom>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a:ln cap="rnd">
            <a:solidFill>
              <a:schemeClr val="accent1"/>
            </a:solidFill>
          </a:ln>
        </p:spPr>
        <p:txBody>
          <a:bodyPr>
            <a:spAutoFit/>
          </a:bodyPr>
          <a:lstStyle/>
          <a:p>
            <a:pPr algn="ctr">
              <a:defRPr/>
            </a:pPr>
            <a:r>
              <a:rPr lang="en-US" sz="800" dirty="0">
                <a:solidFill>
                  <a:srgbClr val="7030A0"/>
                </a:solidFill>
              </a:rPr>
              <a:t>Existing Job/Program</a:t>
            </a:r>
          </a:p>
        </p:txBody>
      </p:sp>
      <p:sp>
        <p:nvSpPr>
          <p:cNvPr id="455" name="Flowchart: Direct Access Storage 454">
            <a:extLst>
              <a:ext uri="{FF2B5EF4-FFF2-40B4-BE49-F238E27FC236}">
                <a16:creationId xmlns:a16="http://schemas.microsoft.com/office/drawing/2014/main" id="{48B00169-EA1F-2611-6723-C34F8D6D0283}"/>
              </a:ext>
            </a:extLst>
          </p:cNvPr>
          <p:cNvSpPr/>
          <p:nvPr/>
        </p:nvSpPr>
        <p:spPr>
          <a:xfrm>
            <a:off x="9296400" y="914400"/>
            <a:ext cx="1143000" cy="381000"/>
          </a:xfrm>
          <a:prstGeom prst="flowChartMagneticDrum">
            <a:avLst/>
          </a:prstGeom>
          <a:gradFill>
            <a:gsLst>
              <a:gs pos="0">
                <a:srgbClr val="DDEBCF"/>
              </a:gs>
              <a:gs pos="50000">
                <a:srgbClr val="9CB86E"/>
              </a:gs>
              <a:gs pos="100000">
                <a:srgbClr val="156B13"/>
              </a:gs>
            </a:gsLst>
            <a:lin ang="5400000" scaled="0"/>
          </a:gra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dirty="0"/>
          </a:p>
        </p:txBody>
      </p:sp>
      <p:sp>
        <p:nvSpPr>
          <p:cNvPr id="6287" name="TextBox 9">
            <a:extLst>
              <a:ext uri="{FF2B5EF4-FFF2-40B4-BE49-F238E27FC236}">
                <a16:creationId xmlns:a16="http://schemas.microsoft.com/office/drawing/2014/main" id="{C1092FDC-B698-F8B1-098D-719229BAC42D}"/>
              </a:ext>
            </a:extLst>
          </p:cNvPr>
          <p:cNvSpPr txBox="1">
            <a:spLocks noChangeArrowheads="1"/>
          </p:cNvSpPr>
          <p:nvPr/>
        </p:nvSpPr>
        <p:spPr bwMode="auto">
          <a:xfrm>
            <a:off x="9372600" y="990600"/>
            <a:ext cx="762000" cy="215900"/>
          </a:xfrm>
          <a:prstGeom prst="rect">
            <a:avLst/>
          </a:prstGeom>
          <a:gradFill rotWithShape="0">
            <a:gsLst>
              <a:gs pos="0">
                <a:srgbClr val="DDEBCF"/>
              </a:gs>
              <a:gs pos="50000">
                <a:srgbClr val="9CB86E"/>
              </a:gs>
              <a:gs pos="100000">
                <a:srgbClr val="156B13"/>
              </a:gs>
            </a:gsLst>
            <a:lin ang="5400000"/>
          </a:gradFill>
          <a:ln w="9525" cap="rnd">
            <a:solidFill>
              <a:schemeClr val="accent1"/>
            </a:solidFill>
            <a:miter lim="800000"/>
            <a:headEnd/>
            <a:tailEnd/>
          </a:ln>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n-US" altLang="en-US" sz="800" dirty="0">
                <a:solidFill>
                  <a:srgbClr val="FFFF00"/>
                </a:solidFill>
                <a:latin typeface="Calibri" panose="020F0502020204030204" pitchFamily="34" charset="0"/>
              </a:rPr>
              <a:t>Existing table</a:t>
            </a:r>
          </a:p>
        </p:txBody>
      </p:sp>
      <p:sp>
        <p:nvSpPr>
          <p:cNvPr id="457" name="Flowchart: Direct Access Storage 456">
            <a:extLst>
              <a:ext uri="{FF2B5EF4-FFF2-40B4-BE49-F238E27FC236}">
                <a16:creationId xmlns:a16="http://schemas.microsoft.com/office/drawing/2014/main" id="{E3BA03CE-515F-C876-9F30-4405CFE7FEC2}"/>
              </a:ext>
            </a:extLst>
          </p:cNvPr>
          <p:cNvSpPr/>
          <p:nvPr/>
        </p:nvSpPr>
        <p:spPr>
          <a:xfrm>
            <a:off x="9296400" y="1447800"/>
            <a:ext cx="1066800" cy="381000"/>
          </a:xfrm>
          <a:prstGeom prst="flowChartMagneticDrum">
            <a:avLst/>
          </a:prstGeom>
          <a:gradFill>
            <a:gsLst>
              <a:gs pos="0">
                <a:srgbClr val="000082"/>
              </a:gs>
              <a:gs pos="30000">
                <a:srgbClr val="66008F"/>
              </a:gs>
              <a:gs pos="64999">
                <a:srgbClr val="BA0066"/>
              </a:gs>
              <a:gs pos="89999">
                <a:srgbClr val="FF0000"/>
              </a:gs>
              <a:gs pos="100000">
                <a:srgbClr val="FF8200"/>
              </a:gs>
            </a:gsLst>
            <a:lin ang="5400000" scaled="0"/>
          </a:gra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dirty="0"/>
          </a:p>
        </p:txBody>
      </p:sp>
      <p:sp>
        <p:nvSpPr>
          <p:cNvPr id="6289" name="TextBox 9">
            <a:extLst>
              <a:ext uri="{FF2B5EF4-FFF2-40B4-BE49-F238E27FC236}">
                <a16:creationId xmlns:a16="http://schemas.microsoft.com/office/drawing/2014/main" id="{DA87A039-3AB9-0DCB-3C31-D95942EEBB39}"/>
              </a:ext>
            </a:extLst>
          </p:cNvPr>
          <p:cNvSpPr txBox="1">
            <a:spLocks noChangeArrowheads="1"/>
          </p:cNvSpPr>
          <p:nvPr/>
        </p:nvSpPr>
        <p:spPr bwMode="auto">
          <a:xfrm>
            <a:off x="9372600" y="1524000"/>
            <a:ext cx="762000" cy="215900"/>
          </a:xfrm>
          <a:prstGeom prst="rect">
            <a:avLst/>
          </a:prstGeom>
          <a:gradFill rotWithShape="0">
            <a:gsLst>
              <a:gs pos="0">
                <a:srgbClr val="000082"/>
              </a:gs>
              <a:gs pos="30000">
                <a:srgbClr val="66008F"/>
              </a:gs>
              <a:gs pos="64999">
                <a:srgbClr val="BA0066"/>
              </a:gs>
              <a:gs pos="89999">
                <a:srgbClr val="FF0000"/>
              </a:gs>
              <a:gs pos="100000">
                <a:srgbClr val="FF8200"/>
              </a:gs>
            </a:gsLst>
            <a:lin ang="5400000"/>
          </a:gradFill>
          <a:ln w="9525" cap="rnd">
            <a:solidFill>
              <a:schemeClr val="accent1"/>
            </a:solidFill>
            <a:miter lim="800000"/>
            <a:headEnd/>
            <a:tailEnd/>
          </a:ln>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n-US" altLang="en-US" sz="800" dirty="0">
                <a:solidFill>
                  <a:srgbClr val="FFFF00"/>
                </a:solidFill>
                <a:latin typeface="Calibri" panose="020F0502020204030204" pitchFamily="34" charset="0"/>
              </a:rPr>
              <a:t>New Table(s)</a:t>
            </a:r>
          </a:p>
        </p:txBody>
      </p:sp>
      <p:sp>
        <p:nvSpPr>
          <p:cNvPr id="459" name="TextBox 458">
            <a:extLst>
              <a:ext uri="{FF2B5EF4-FFF2-40B4-BE49-F238E27FC236}">
                <a16:creationId xmlns:a16="http://schemas.microsoft.com/office/drawing/2014/main" id="{0E80B904-BEF7-434F-D505-C0B74743DD4C}"/>
              </a:ext>
            </a:extLst>
          </p:cNvPr>
          <p:cNvSpPr txBox="1"/>
          <p:nvPr/>
        </p:nvSpPr>
        <p:spPr>
          <a:xfrm>
            <a:off x="9372600" y="1981200"/>
            <a:ext cx="990600" cy="215900"/>
          </a:xfrm>
          <a:prstGeom prst="rect">
            <a:avLst/>
          </a:prstGeom>
          <a:gradFill>
            <a:gsLst>
              <a:gs pos="0">
                <a:srgbClr val="000082"/>
              </a:gs>
              <a:gs pos="30000">
                <a:srgbClr val="66008F"/>
              </a:gs>
              <a:gs pos="64999">
                <a:srgbClr val="BA0066"/>
              </a:gs>
              <a:gs pos="89999">
                <a:srgbClr val="FF0000"/>
              </a:gs>
              <a:gs pos="100000">
                <a:srgbClr val="FF8200"/>
              </a:gs>
            </a:gsLst>
            <a:lin ang="5400000" scaled="0"/>
          </a:gradFill>
          <a:ln cap="rnd">
            <a:solidFill>
              <a:schemeClr val="accent1"/>
            </a:solidFill>
          </a:ln>
        </p:spPr>
        <p:txBody>
          <a:bodyPr>
            <a:spAutoFit/>
          </a:bodyPr>
          <a:lstStyle/>
          <a:p>
            <a:pPr>
              <a:defRPr/>
            </a:pPr>
            <a:r>
              <a:rPr lang="en-US" sz="800" b="1" i="1" dirty="0">
                <a:solidFill>
                  <a:srgbClr val="FFFF00"/>
                </a:solidFill>
              </a:rPr>
              <a:t>New Job/Program</a:t>
            </a:r>
          </a:p>
        </p:txBody>
      </p:sp>
      <p:sp>
        <p:nvSpPr>
          <p:cNvPr id="464" name="TextBox 463">
            <a:extLst>
              <a:ext uri="{FF2B5EF4-FFF2-40B4-BE49-F238E27FC236}">
                <a16:creationId xmlns:a16="http://schemas.microsoft.com/office/drawing/2014/main" id="{9A4CB75A-7AA0-205E-E8C1-BC571DB85C13}"/>
              </a:ext>
            </a:extLst>
          </p:cNvPr>
          <p:cNvSpPr txBox="1"/>
          <p:nvPr/>
        </p:nvSpPr>
        <p:spPr>
          <a:xfrm>
            <a:off x="9329738" y="2362200"/>
            <a:ext cx="1295400" cy="215900"/>
          </a:xfrm>
          <a:prstGeom prst="rect">
            <a:avLst/>
          </a:prstGeom>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a:ln cap="rnd">
            <a:solidFill>
              <a:schemeClr val="accent1"/>
            </a:solidFill>
          </a:ln>
        </p:spPr>
        <p:txBody>
          <a:bodyPr>
            <a:spAutoFit/>
          </a:bodyPr>
          <a:lstStyle/>
          <a:p>
            <a:pPr>
              <a:defRPr/>
            </a:pPr>
            <a:r>
              <a:rPr lang="en-US" sz="800" b="1" i="1" dirty="0">
                <a:solidFill>
                  <a:srgbClr val="FF0000"/>
                </a:solidFill>
              </a:rPr>
              <a:t>Modified Job / Program</a:t>
            </a:r>
          </a:p>
        </p:txBody>
      </p:sp>
      <p:sp>
        <p:nvSpPr>
          <p:cNvPr id="471" name="L-Shape 470">
            <a:extLst>
              <a:ext uri="{FF2B5EF4-FFF2-40B4-BE49-F238E27FC236}">
                <a16:creationId xmlns:a16="http://schemas.microsoft.com/office/drawing/2014/main" id="{B390F7C4-E5C8-35EC-EBE8-FEBCDA336961}"/>
              </a:ext>
            </a:extLst>
          </p:cNvPr>
          <p:cNvSpPr/>
          <p:nvPr/>
        </p:nvSpPr>
        <p:spPr>
          <a:xfrm>
            <a:off x="9220200" y="0"/>
            <a:ext cx="1371600" cy="2743200"/>
          </a:xfrm>
          <a:prstGeom prst="corner">
            <a:avLst>
              <a:gd name="adj1" fmla="val 4667"/>
              <a:gd name="adj2" fmla="val 2667"/>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dirty="0"/>
          </a:p>
        </p:txBody>
      </p:sp>
      <p:sp>
        <p:nvSpPr>
          <p:cNvPr id="472" name="TextBox 471">
            <a:extLst>
              <a:ext uri="{FF2B5EF4-FFF2-40B4-BE49-F238E27FC236}">
                <a16:creationId xmlns:a16="http://schemas.microsoft.com/office/drawing/2014/main" id="{6489E142-8742-77B7-88A7-D3F1DDD9995E}"/>
              </a:ext>
            </a:extLst>
          </p:cNvPr>
          <p:cNvSpPr txBox="1"/>
          <p:nvPr/>
        </p:nvSpPr>
        <p:spPr>
          <a:xfrm>
            <a:off x="9372600" y="152400"/>
            <a:ext cx="1219200" cy="230188"/>
          </a:xfrm>
          <a:prstGeom prst="rect">
            <a:avLst/>
          </a:prstGeom>
          <a:noFill/>
        </p:spPr>
        <p:txBody>
          <a:bodyPr>
            <a:spAutoFit/>
          </a:bodyPr>
          <a:lstStyle/>
          <a:p>
            <a:pPr>
              <a:defRPr/>
            </a:pPr>
            <a:r>
              <a:rPr lang="en-US" sz="900" dirty="0">
                <a:solidFill>
                  <a:schemeClr val="accent6"/>
                </a:solidFill>
                <a:latin typeface="Arial" charset="0"/>
              </a:rPr>
              <a:t>C</a:t>
            </a:r>
            <a:r>
              <a:rPr lang="en-US" sz="900" dirty="0">
                <a:solidFill>
                  <a:schemeClr val="accent5"/>
                </a:solidFill>
                <a:latin typeface="Arial" charset="0"/>
              </a:rPr>
              <a:t>O</a:t>
            </a:r>
            <a:r>
              <a:rPr lang="en-US" sz="900" dirty="0">
                <a:solidFill>
                  <a:schemeClr val="accent4"/>
                </a:solidFill>
                <a:latin typeface="Arial" charset="0"/>
              </a:rPr>
              <a:t>L</a:t>
            </a:r>
            <a:r>
              <a:rPr lang="en-US" sz="900" dirty="0">
                <a:solidFill>
                  <a:schemeClr val="accent3"/>
                </a:solidFill>
                <a:latin typeface="Arial" charset="0"/>
              </a:rPr>
              <a:t>O</a:t>
            </a:r>
            <a:r>
              <a:rPr lang="en-US" sz="900" b="1" dirty="0">
                <a:solidFill>
                  <a:schemeClr val="tx2"/>
                </a:solidFill>
                <a:latin typeface="Arial" charset="0"/>
              </a:rPr>
              <a:t>R </a:t>
            </a:r>
            <a:r>
              <a:rPr lang="en-US" sz="900" b="1" dirty="0">
                <a:latin typeface="Arial" charset="0"/>
              </a:rPr>
              <a:t>LEGEND</a:t>
            </a:r>
            <a:endParaRPr lang="en-US" sz="900" b="1" dirty="0">
              <a:solidFill>
                <a:schemeClr val="tx2"/>
              </a:solidFill>
              <a:latin typeface="Arial" charset="0"/>
            </a:endParaRPr>
          </a:p>
        </p:txBody>
      </p:sp>
      <p:sp>
        <p:nvSpPr>
          <p:cNvPr id="6294" name="TextBox 473">
            <a:extLst>
              <a:ext uri="{FF2B5EF4-FFF2-40B4-BE49-F238E27FC236}">
                <a16:creationId xmlns:a16="http://schemas.microsoft.com/office/drawing/2014/main" id="{46BE9FC7-D81C-B21B-962F-DE343CEAC4A7}"/>
              </a:ext>
            </a:extLst>
          </p:cNvPr>
          <p:cNvSpPr txBox="1">
            <a:spLocks noChangeArrowheads="1"/>
          </p:cNvSpPr>
          <p:nvPr/>
        </p:nvSpPr>
        <p:spPr bwMode="auto">
          <a:xfrm>
            <a:off x="1676400" y="152401"/>
            <a:ext cx="1219200" cy="276225"/>
          </a:xfrm>
          <a:prstGeom prst="rect">
            <a:avLst/>
          </a:prstGeom>
          <a:gradFill rotWithShape="0">
            <a:gsLst>
              <a:gs pos="0">
                <a:srgbClr val="FFF200"/>
              </a:gs>
              <a:gs pos="45000">
                <a:srgbClr val="FF7A00"/>
              </a:gs>
              <a:gs pos="70000">
                <a:srgbClr val="FF0300"/>
              </a:gs>
              <a:gs pos="100000">
                <a:srgbClr val="4D0808"/>
              </a:gs>
            </a:gsLst>
            <a:lin ang="5400000"/>
          </a:gra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sz="1200" dirty="0"/>
              <a:t>Proposed Flow</a:t>
            </a:r>
          </a:p>
        </p:txBody>
      </p:sp>
      <p:cxnSp>
        <p:nvCxnSpPr>
          <p:cNvPr id="171" name="Elbow Connector 170">
            <a:extLst>
              <a:ext uri="{FF2B5EF4-FFF2-40B4-BE49-F238E27FC236}">
                <a16:creationId xmlns:a16="http://schemas.microsoft.com/office/drawing/2014/main" id="{3D86E5D7-8060-A9B4-F6AD-FD479F0CE935}"/>
              </a:ext>
            </a:extLst>
          </p:cNvPr>
          <p:cNvCxnSpPr>
            <a:stCxn id="204" idx="3"/>
            <a:endCxn id="215" idx="4"/>
          </p:cNvCxnSpPr>
          <p:nvPr/>
        </p:nvCxnSpPr>
        <p:spPr>
          <a:xfrm>
            <a:off x="6324600" y="5748338"/>
            <a:ext cx="2971800" cy="939800"/>
          </a:xfrm>
          <a:prstGeom prst="bentConnector3">
            <a:avLst>
              <a:gd name="adj1" fmla="val 107692"/>
            </a:avLst>
          </a:prstGeom>
          <a:ln>
            <a:tailEnd type="arrow"/>
          </a:ln>
        </p:spPr>
        <p:style>
          <a:lnRef idx="1">
            <a:schemeClr val="accent1"/>
          </a:lnRef>
          <a:fillRef idx="0">
            <a:schemeClr val="accent1"/>
          </a:fillRef>
          <a:effectRef idx="0">
            <a:schemeClr val="accent1"/>
          </a:effectRef>
          <a:fontRef idx="minor">
            <a:schemeClr val="tx1"/>
          </a:fontRef>
        </p:style>
      </p:cxnSp>
      <p:sp>
        <p:nvSpPr>
          <p:cNvPr id="176" name="TextBox 175">
            <a:extLst>
              <a:ext uri="{FF2B5EF4-FFF2-40B4-BE49-F238E27FC236}">
                <a16:creationId xmlns:a16="http://schemas.microsoft.com/office/drawing/2014/main" id="{3D74288A-3283-5378-7C9B-9A4C0395ADA2}"/>
              </a:ext>
            </a:extLst>
          </p:cNvPr>
          <p:cNvSpPr txBox="1"/>
          <p:nvPr/>
        </p:nvSpPr>
        <p:spPr>
          <a:xfrm>
            <a:off x="5918200" y="6584951"/>
            <a:ext cx="914400" cy="246063"/>
          </a:xfrm>
          <a:prstGeom prst="rect">
            <a:avLst/>
          </a:prstGeom>
          <a:gradFill>
            <a:gsLst>
              <a:gs pos="0">
                <a:srgbClr val="000082"/>
              </a:gs>
              <a:gs pos="30000">
                <a:srgbClr val="66008F"/>
              </a:gs>
              <a:gs pos="64999">
                <a:srgbClr val="BA0066"/>
              </a:gs>
              <a:gs pos="89999">
                <a:srgbClr val="FF0000"/>
              </a:gs>
              <a:gs pos="100000">
                <a:srgbClr val="FF8200"/>
              </a:gs>
            </a:gsLst>
            <a:lin ang="5400000" scaled="0"/>
          </a:gradFill>
          <a:ln cap="rnd">
            <a:solidFill>
              <a:schemeClr val="accent1"/>
            </a:solidFill>
          </a:ln>
        </p:spPr>
        <p:txBody>
          <a:bodyPr>
            <a:spAutoFit/>
          </a:bodyPr>
          <a:lstStyle/>
          <a:p>
            <a:pPr>
              <a:defRPr/>
            </a:pPr>
            <a:r>
              <a:rPr lang="en-US" sz="1000" b="1" dirty="0">
                <a:solidFill>
                  <a:srgbClr val="FFFF00"/>
                </a:solidFill>
              </a:rPr>
              <a:t>POSC327</a:t>
            </a:r>
          </a:p>
        </p:txBody>
      </p:sp>
      <p:cxnSp>
        <p:nvCxnSpPr>
          <p:cNvPr id="180" name="Elbow Connector 179">
            <a:extLst>
              <a:ext uri="{FF2B5EF4-FFF2-40B4-BE49-F238E27FC236}">
                <a16:creationId xmlns:a16="http://schemas.microsoft.com/office/drawing/2014/main" id="{2BB14D3F-6A8B-3F5D-4B80-88944DC64CD5}"/>
              </a:ext>
            </a:extLst>
          </p:cNvPr>
          <p:cNvCxnSpPr>
            <a:stCxn id="176" idx="3"/>
            <a:endCxn id="215" idx="1"/>
          </p:cNvCxnSpPr>
          <p:nvPr/>
        </p:nvCxnSpPr>
        <p:spPr>
          <a:xfrm flipV="1">
            <a:off x="6832601" y="6688139"/>
            <a:ext cx="1344613" cy="20637"/>
          </a:xfrm>
          <a:prstGeom prst="bentConnector3">
            <a:avLst>
              <a:gd name="adj1" fmla="val 50000"/>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82" name="Elbow Connector 181">
            <a:extLst>
              <a:ext uri="{FF2B5EF4-FFF2-40B4-BE49-F238E27FC236}">
                <a16:creationId xmlns:a16="http://schemas.microsoft.com/office/drawing/2014/main" id="{7C566B57-DD7B-0788-0D81-67CBA3169138}"/>
              </a:ext>
            </a:extLst>
          </p:cNvPr>
          <p:cNvCxnSpPr>
            <a:stCxn id="176" idx="1"/>
            <a:endCxn id="293" idx="3"/>
          </p:cNvCxnSpPr>
          <p:nvPr/>
        </p:nvCxnSpPr>
        <p:spPr>
          <a:xfrm rot="10800000">
            <a:off x="5638800" y="6699251"/>
            <a:ext cx="279400" cy="9525"/>
          </a:xfrm>
          <a:prstGeom prst="bentConnector3">
            <a:avLst>
              <a:gd name="adj1" fmla="val 50000"/>
            </a:avLst>
          </a:prstGeom>
          <a:ln>
            <a:tailEnd type="arrow"/>
          </a:ln>
        </p:spPr>
        <p:style>
          <a:lnRef idx="1">
            <a:schemeClr val="accent1"/>
          </a:lnRef>
          <a:fillRef idx="0">
            <a:schemeClr val="accent1"/>
          </a:fillRef>
          <a:effectRef idx="0">
            <a:schemeClr val="accent1"/>
          </a:effectRef>
          <a:fontRef idx="minor">
            <a:schemeClr val="tx1"/>
          </a:fontRef>
        </p:style>
      </p:cxnSp>
      <p:sp>
        <p:nvSpPr>
          <p:cNvPr id="188" name="TextBox 187">
            <a:extLst>
              <a:ext uri="{FF2B5EF4-FFF2-40B4-BE49-F238E27FC236}">
                <a16:creationId xmlns:a16="http://schemas.microsoft.com/office/drawing/2014/main" id="{550E6168-605E-E24C-F98F-318D817BBF8D}"/>
              </a:ext>
            </a:extLst>
          </p:cNvPr>
          <p:cNvSpPr txBox="1"/>
          <p:nvPr/>
        </p:nvSpPr>
        <p:spPr>
          <a:xfrm>
            <a:off x="5029200" y="5913438"/>
            <a:ext cx="1295400" cy="246062"/>
          </a:xfrm>
          <a:prstGeom prst="rect">
            <a:avLst/>
          </a:prstGeom>
          <a:gradFill>
            <a:gsLst>
              <a:gs pos="0">
                <a:srgbClr val="000082"/>
              </a:gs>
              <a:gs pos="30000">
                <a:srgbClr val="66008F"/>
              </a:gs>
              <a:gs pos="64999">
                <a:srgbClr val="BA0066"/>
              </a:gs>
              <a:gs pos="89999">
                <a:srgbClr val="FF0000"/>
              </a:gs>
              <a:gs pos="100000">
                <a:srgbClr val="FF8200"/>
              </a:gs>
            </a:gsLst>
            <a:lin ang="5400000" scaled="0"/>
          </a:gradFill>
          <a:ln cap="rnd">
            <a:solidFill>
              <a:schemeClr val="accent1"/>
            </a:solidFill>
          </a:ln>
        </p:spPr>
        <p:txBody>
          <a:bodyPr>
            <a:spAutoFit/>
          </a:bodyPr>
          <a:lstStyle/>
          <a:p>
            <a:pPr>
              <a:defRPr/>
            </a:pPr>
            <a:r>
              <a:rPr lang="en-US" sz="1000" b="1" dirty="0">
                <a:solidFill>
                  <a:srgbClr val="FFFF00"/>
                </a:solidFill>
              </a:rPr>
              <a:t>POSC326</a:t>
            </a:r>
          </a:p>
        </p:txBody>
      </p:sp>
      <p:cxnSp>
        <p:nvCxnSpPr>
          <p:cNvPr id="191" name="Elbow Connector 190">
            <a:extLst>
              <a:ext uri="{FF2B5EF4-FFF2-40B4-BE49-F238E27FC236}">
                <a16:creationId xmlns:a16="http://schemas.microsoft.com/office/drawing/2014/main" id="{BBCF1368-C77A-9520-6BEA-FA7A29D3BD48}"/>
              </a:ext>
            </a:extLst>
          </p:cNvPr>
          <p:cNvCxnSpPr>
            <a:stCxn id="188" idx="3"/>
            <a:endCxn id="233" idx="0"/>
          </p:cNvCxnSpPr>
          <p:nvPr/>
        </p:nvCxnSpPr>
        <p:spPr>
          <a:xfrm flipV="1">
            <a:off x="6324600" y="5880101"/>
            <a:ext cx="831850" cy="157163"/>
          </a:xfrm>
          <a:prstGeom prst="bentConnector4">
            <a:avLst>
              <a:gd name="adj1" fmla="val 17925"/>
              <a:gd name="adj2" fmla="val 245198"/>
            </a:avLst>
          </a:prstGeom>
          <a:ln>
            <a:tailEnd type="arrow"/>
          </a:ln>
        </p:spPr>
        <p:style>
          <a:lnRef idx="1">
            <a:schemeClr val="accent1"/>
          </a:lnRef>
          <a:fillRef idx="0">
            <a:schemeClr val="accent1"/>
          </a:fillRef>
          <a:effectRef idx="0">
            <a:schemeClr val="accent1"/>
          </a:effectRef>
          <a:fontRef idx="minor">
            <a:schemeClr val="tx1"/>
          </a:fontRef>
        </p:style>
      </p:cxnSp>
      <p:sp>
        <p:nvSpPr>
          <p:cNvPr id="195" name="TextBox 194">
            <a:extLst>
              <a:ext uri="{FF2B5EF4-FFF2-40B4-BE49-F238E27FC236}">
                <a16:creationId xmlns:a16="http://schemas.microsoft.com/office/drawing/2014/main" id="{B28D122F-205C-88AF-FBDE-D0E4DFB8A446}"/>
              </a:ext>
            </a:extLst>
          </p:cNvPr>
          <p:cNvSpPr txBox="1"/>
          <p:nvPr/>
        </p:nvSpPr>
        <p:spPr>
          <a:xfrm>
            <a:off x="9448800" y="6089651"/>
            <a:ext cx="914400" cy="246063"/>
          </a:xfrm>
          <a:prstGeom prst="rect">
            <a:avLst/>
          </a:prstGeom>
          <a:gradFill>
            <a:gsLst>
              <a:gs pos="0">
                <a:srgbClr val="000082"/>
              </a:gs>
              <a:gs pos="30000">
                <a:srgbClr val="66008F"/>
              </a:gs>
              <a:gs pos="64999">
                <a:srgbClr val="BA0066"/>
              </a:gs>
              <a:gs pos="89999">
                <a:srgbClr val="FF0000"/>
              </a:gs>
              <a:gs pos="100000">
                <a:srgbClr val="FF8200"/>
              </a:gs>
            </a:gsLst>
            <a:lin ang="5400000" scaled="0"/>
          </a:gradFill>
          <a:ln cap="rnd">
            <a:solidFill>
              <a:schemeClr val="accent1"/>
            </a:solidFill>
          </a:ln>
        </p:spPr>
        <p:txBody>
          <a:bodyPr>
            <a:spAutoFit/>
          </a:bodyPr>
          <a:lstStyle/>
          <a:p>
            <a:pPr>
              <a:defRPr/>
            </a:pPr>
            <a:r>
              <a:rPr lang="en-US" sz="1000" b="1" dirty="0">
                <a:solidFill>
                  <a:srgbClr val="FFFF00"/>
                </a:solidFill>
              </a:rPr>
              <a:t>POSC328</a:t>
            </a:r>
          </a:p>
        </p:txBody>
      </p:sp>
      <p:sp>
        <p:nvSpPr>
          <p:cNvPr id="197" name="Flowchart: Direct Access Storage 196">
            <a:extLst>
              <a:ext uri="{FF2B5EF4-FFF2-40B4-BE49-F238E27FC236}">
                <a16:creationId xmlns:a16="http://schemas.microsoft.com/office/drawing/2014/main" id="{1972C34E-7DF2-710F-BACB-E94711F2E448}"/>
              </a:ext>
            </a:extLst>
          </p:cNvPr>
          <p:cNvSpPr/>
          <p:nvPr/>
        </p:nvSpPr>
        <p:spPr>
          <a:xfrm>
            <a:off x="9477375" y="6553200"/>
            <a:ext cx="1119188" cy="268288"/>
          </a:xfrm>
          <a:prstGeom prst="flowChartMagneticDrum">
            <a:avLst/>
          </a:prstGeom>
          <a:gradFill>
            <a:gsLst>
              <a:gs pos="0">
                <a:srgbClr val="000082"/>
              </a:gs>
              <a:gs pos="30000">
                <a:srgbClr val="66008F"/>
              </a:gs>
              <a:gs pos="64999">
                <a:srgbClr val="BA0066"/>
              </a:gs>
              <a:gs pos="89999">
                <a:srgbClr val="FF0000"/>
              </a:gs>
              <a:gs pos="100000">
                <a:srgbClr val="FF8200"/>
              </a:gs>
            </a:gsLst>
            <a:lin ang="5400000" scaled="0"/>
          </a:gra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dirty="0"/>
          </a:p>
        </p:txBody>
      </p:sp>
      <p:sp>
        <p:nvSpPr>
          <p:cNvPr id="6303" name="TextBox 34">
            <a:extLst>
              <a:ext uri="{FF2B5EF4-FFF2-40B4-BE49-F238E27FC236}">
                <a16:creationId xmlns:a16="http://schemas.microsoft.com/office/drawing/2014/main" id="{8B1D59B4-C0A2-3975-D84B-53FEF40BE35B}"/>
              </a:ext>
            </a:extLst>
          </p:cNvPr>
          <p:cNvSpPr txBox="1">
            <a:spLocks noChangeArrowheads="1"/>
          </p:cNvSpPr>
          <p:nvPr/>
        </p:nvSpPr>
        <p:spPr bwMode="auto">
          <a:xfrm>
            <a:off x="9559925" y="6596063"/>
            <a:ext cx="661988" cy="215900"/>
          </a:xfrm>
          <a:prstGeom prst="rect">
            <a:avLst/>
          </a:prstGeom>
          <a:gradFill rotWithShape="0">
            <a:gsLst>
              <a:gs pos="0">
                <a:srgbClr val="000082"/>
              </a:gs>
              <a:gs pos="30000">
                <a:srgbClr val="66008F"/>
              </a:gs>
              <a:gs pos="64999">
                <a:srgbClr val="BA0066"/>
              </a:gs>
              <a:gs pos="89999">
                <a:srgbClr val="FF0000"/>
              </a:gs>
              <a:gs pos="100000">
                <a:srgbClr val="FF8200"/>
              </a:gs>
            </a:gsLst>
            <a:lin ang="5400000"/>
          </a:gradFill>
          <a:ln>
            <a:noFill/>
          </a:ln>
          <a:extLst>
            <a:ext uri="{91240B29-F687-4F45-9708-019B960494DF}">
              <a14:hiddenLine xmlns:a14="http://schemas.microsoft.com/office/drawing/2010/main" w="9525" cap="rnd">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n-US" altLang="en-US" sz="800" dirty="0">
                <a:solidFill>
                  <a:srgbClr val="FFFF00"/>
                </a:solidFill>
                <a:latin typeface="Calibri" panose="020F0502020204030204" pitchFamily="34" charset="0"/>
              </a:rPr>
              <a:t>POSP024H</a:t>
            </a:r>
          </a:p>
        </p:txBody>
      </p:sp>
      <p:cxnSp>
        <p:nvCxnSpPr>
          <p:cNvPr id="200" name="Elbow Connector 199">
            <a:extLst>
              <a:ext uri="{FF2B5EF4-FFF2-40B4-BE49-F238E27FC236}">
                <a16:creationId xmlns:a16="http://schemas.microsoft.com/office/drawing/2014/main" id="{E5150A12-683D-232C-2E47-3BD1229547D1}"/>
              </a:ext>
            </a:extLst>
          </p:cNvPr>
          <p:cNvCxnSpPr>
            <a:stCxn id="195" idx="2"/>
            <a:endCxn id="197" idx="0"/>
          </p:cNvCxnSpPr>
          <p:nvPr/>
        </p:nvCxnSpPr>
        <p:spPr>
          <a:xfrm rot="16200000" flipH="1">
            <a:off x="9863139" y="6378576"/>
            <a:ext cx="217487" cy="131763"/>
          </a:xfrm>
          <a:prstGeom prst="bentConnector3">
            <a:avLst>
              <a:gd name="adj1" fmla="val 50000"/>
            </a:avLst>
          </a:prstGeom>
          <a:ln>
            <a:tailEnd type="arrow"/>
          </a:ln>
        </p:spPr>
        <p:style>
          <a:lnRef idx="1">
            <a:schemeClr val="accent1"/>
          </a:lnRef>
          <a:fillRef idx="0">
            <a:schemeClr val="accent1"/>
          </a:fillRef>
          <a:effectRef idx="0">
            <a:schemeClr val="accent1"/>
          </a:effectRef>
          <a:fontRef idx="minor">
            <a:schemeClr val="tx1"/>
          </a:fontRef>
        </p:style>
      </p:cxnSp>
      <p:sp>
        <p:nvSpPr>
          <p:cNvPr id="204" name="TextBox 203">
            <a:extLst>
              <a:ext uri="{FF2B5EF4-FFF2-40B4-BE49-F238E27FC236}">
                <a16:creationId xmlns:a16="http://schemas.microsoft.com/office/drawing/2014/main" id="{729C0B9B-11D2-0D92-0DC3-62EE0A64389B}"/>
              </a:ext>
            </a:extLst>
          </p:cNvPr>
          <p:cNvSpPr txBox="1"/>
          <p:nvPr/>
        </p:nvSpPr>
        <p:spPr>
          <a:xfrm>
            <a:off x="5029200" y="5624513"/>
            <a:ext cx="1295400" cy="246062"/>
          </a:xfrm>
          <a:prstGeom prst="rect">
            <a:avLst/>
          </a:prstGeom>
          <a:gradFill>
            <a:gsLst>
              <a:gs pos="0">
                <a:srgbClr val="000082"/>
              </a:gs>
              <a:gs pos="30000">
                <a:srgbClr val="66008F"/>
              </a:gs>
              <a:gs pos="64999">
                <a:srgbClr val="BA0066"/>
              </a:gs>
              <a:gs pos="89999">
                <a:srgbClr val="FF0000"/>
              </a:gs>
              <a:gs pos="100000">
                <a:srgbClr val="FF8200"/>
              </a:gs>
            </a:gsLst>
            <a:lin ang="5400000" scaled="0"/>
          </a:gradFill>
          <a:ln cap="rnd">
            <a:solidFill>
              <a:schemeClr val="accent1"/>
            </a:solidFill>
          </a:ln>
        </p:spPr>
        <p:txBody>
          <a:bodyPr>
            <a:spAutoFit/>
          </a:bodyPr>
          <a:lstStyle/>
          <a:p>
            <a:pPr>
              <a:defRPr/>
            </a:pPr>
            <a:r>
              <a:rPr lang="en-US" sz="1000" b="1" i="1" dirty="0">
                <a:solidFill>
                  <a:srgbClr val="FFFF00"/>
                </a:solidFill>
              </a:rPr>
              <a:t>POSB323 (....)</a:t>
            </a:r>
          </a:p>
        </p:txBody>
      </p:sp>
      <p:cxnSp>
        <p:nvCxnSpPr>
          <p:cNvPr id="216" name="Elbow Connector 215">
            <a:extLst>
              <a:ext uri="{FF2B5EF4-FFF2-40B4-BE49-F238E27FC236}">
                <a16:creationId xmlns:a16="http://schemas.microsoft.com/office/drawing/2014/main" id="{BD7DE639-D230-8BF2-1196-CAFE113D1B47}"/>
              </a:ext>
            </a:extLst>
          </p:cNvPr>
          <p:cNvCxnSpPr>
            <a:stCxn id="204" idx="3"/>
            <a:endCxn id="215" idx="1"/>
          </p:cNvCxnSpPr>
          <p:nvPr/>
        </p:nvCxnSpPr>
        <p:spPr>
          <a:xfrm>
            <a:off x="6324601" y="5748338"/>
            <a:ext cx="1852613" cy="939800"/>
          </a:xfrm>
          <a:prstGeom prst="bentConnector3">
            <a:avLst>
              <a:gd name="adj1" fmla="val 50000"/>
            </a:avLst>
          </a:prstGeom>
          <a:ln>
            <a:tailEnd type="arrow"/>
          </a:ln>
        </p:spPr>
        <p:style>
          <a:lnRef idx="1">
            <a:schemeClr val="accent1"/>
          </a:lnRef>
          <a:fillRef idx="0">
            <a:schemeClr val="accent1"/>
          </a:fillRef>
          <a:effectRef idx="0">
            <a:schemeClr val="accent1"/>
          </a:effectRef>
          <a:fontRef idx="minor">
            <a:schemeClr val="tx1"/>
          </a:fontRef>
        </p:style>
      </p:cxnSp>
      <p:cxnSp>
        <p:nvCxnSpPr>
          <p:cNvPr id="219" name="Elbow Connector 218">
            <a:extLst>
              <a:ext uri="{FF2B5EF4-FFF2-40B4-BE49-F238E27FC236}">
                <a16:creationId xmlns:a16="http://schemas.microsoft.com/office/drawing/2014/main" id="{BA0B6FC8-B253-9D6E-A27B-32211B51382A}"/>
              </a:ext>
            </a:extLst>
          </p:cNvPr>
          <p:cNvCxnSpPr>
            <a:stCxn id="88" idx="3"/>
            <a:endCxn id="176" idx="0"/>
          </p:cNvCxnSpPr>
          <p:nvPr/>
        </p:nvCxnSpPr>
        <p:spPr>
          <a:xfrm>
            <a:off x="4572000" y="4779496"/>
            <a:ext cx="1803400" cy="1805454"/>
          </a:xfrm>
          <a:prstGeom prst="bentConnector2">
            <a:avLst/>
          </a:prstGeom>
          <a:ln>
            <a:tailEnd type="arrow"/>
          </a:ln>
        </p:spPr>
        <p:style>
          <a:lnRef idx="1">
            <a:schemeClr val="accent1"/>
          </a:lnRef>
          <a:fillRef idx="0">
            <a:schemeClr val="accent1"/>
          </a:fillRef>
          <a:effectRef idx="0">
            <a:schemeClr val="accent1"/>
          </a:effectRef>
          <a:fontRef idx="minor">
            <a:schemeClr val="tx1"/>
          </a:fontRef>
        </p:style>
      </p:cxnSp>
      <p:cxnSp>
        <p:nvCxnSpPr>
          <p:cNvPr id="229" name="Elbow Connector 228">
            <a:extLst>
              <a:ext uri="{FF2B5EF4-FFF2-40B4-BE49-F238E27FC236}">
                <a16:creationId xmlns:a16="http://schemas.microsoft.com/office/drawing/2014/main" id="{4FA0BBAE-C07A-32F9-804C-A680CAA2681E}"/>
              </a:ext>
            </a:extLst>
          </p:cNvPr>
          <p:cNvCxnSpPr>
            <a:stCxn id="204" idx="1"/>
            <a:endCxn id="88" idx="3"/>
          </p:cNvCxnSpPr>
          <p:nvPr/>
        </p:nvCxnSpPr>
        <p:spPr>
          <a:xfrm rot="10800000">
            <a:off x="4572000" y="4779496"/>
            <a:ext cx="457200" cy="968048"/>
          </a:xfrm>
          <a:prstGeom prst="bentConnector3">
            <a:avLst>
              <a:gd name="adj1" fmla="val 50000"/>
            </a:avLst>
          </a:prstGeom>
          <a:ln>
            <a:tailEnd type="arrow"/>
          </a:ln>
        </p:spPr>
        <p:style>
          <a:lnRef idx="1">
            <a:schemeClr val="accent1"/>
          </a:lnRef>
          <a:fillRef idx="0">
            <a:schemeClr val="accent1"/>
          </a:fillRef>
          <a:effectRef idx="0">
            <a:schemeClr val="accent1"/>
          </a:effectRef>
          <a:fontRef idx="minor">
            <a:schemeClr val="tx1"/>
          </a:fontRef>
        </p:style>
      </p:cxnSp>
      <p:cxnSp>
        <p:nvCxnSpPr>
          <p:cNvPr id="232" name="Elbow Connector 231">
            <a:extLst>
              <a:ext uri="{FF2B5EF4-FFF2-40B4-BE49-F238E27FC236}">
                <a16:creationId xmlns:a16="http://schemas.microsoft.com/office/drawing/2014/main" id="{A4976D05-D1AB-7ADD-EFB4-F782264846FD}"/>
              </a:ext>
            </a:extLst>
          </p:cNvPr>
          <p:cNvCxnSpPr>
            <a:stCxn id="88" idx="3"/>
            <a:endCxn id="188" idx="1"/>
          </p:cNvCxnSpPr>
          <p:nvPr/>
        </p:nvCxnSpPr>
        <p:spPr>
          <a:xfrm>
            <a:off x="4572000" y="4779497"/>
            <a:ext cx="457200" cy="1256973"/>
          </a:xfrm>
          <a:prstGeom prst="bentConnector3">
            <a:avLst>
              <a:gd name="adj1" fmla="val 50000"/>
            </a:avLst>
          </a:prstGeom>
          <a:ln>
            <a:tailEnd type="arrow"/>
          </a:ln>
        </p:spPr>
        <p:style>
          <a:lnRef idx="1">
            <a:schemeClr val="accent1"/>
          </a:lnRef>
          <a:fillRef idx="0">
            <a:schemeClr val="accent1"/>
          </a:fillRef>
          <a:effectRef idx="0">
            <a:schemeClr val="accent1"/>
          </a:effectRef>
          <a:fontRef idx="minor">
            <a:schemeClr val="tx1"/>
          </a:fontRef>
        </p:style>
      </p:cxnSp>
      <p:sp>
        <p:nvSpPr>
          <p:cNvPr id="177" name="Flowchart: Direct Access Storage 176">
            <a:extLst>
              <a:ext uri="{FF2B5EF4-FFF2-40B4-BE49-F238E27FC236}">
                <a16:creationId xmlns:a16="http://schemas.microsoft.com/office/drawing/2014/main" id="{DACABAFB-0615-AA6E-6AE2-22C4886D3C90}"/>
              </a:ext>
            </a:extLst>
          </p:cNvPr>
          <p:cNvSpPr/>
          <p:nvPr/>
        </p:nvSpPr>
        <p:spPr>
          <a:xfrm>
            <a:off x="6781800" y="4038600"/>
            <a:ext cx="914400" cy="381000"/>
          </a:xfrm>
          <a:prstGeom prst="flowChartMagneticDrum">
            <a:avLst/>
          </a:prstGeom>
          <a:gradFill>
            <a:gsLst>
              <a:gs pos="0">
                <a:srgbClr val="DDEBCF"/>
              </a:gs>
              <a:gs pos="50000">
                <a:srgbClr val="9CB86E"/>
              </a:gs>
              <a:gs pos="100000">
                <a:srgbClr val="156B13"/>
              </a:gs>
            </a:gsLst>
            <a:lin ang="5400000" scaled="0"/>
          </a:gra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dirty="0"/>
          </a:p>
        </p:txBody>
      </p:sp>
      <p:sp>
        <p:nvSpPr>
          <p:cNvPr id="6311" name="TextBox 36">
            <a:extLst>
              <a:ext uri="{FF2B5EF4-FFF2-40B4-BE49-F238E27FC236}">
                <a16:creationId xmlns:a16="http://schemas.microsoft.com/office/drawing/2014/main" id="{DABA80A9-FD44-D9D5-5F39-4AB0115B3D8A}"/>
              </a:ext>
            </a:extLst>
          </p:cNvPr>
          <p:cNvSpPr txBox="1">
            <a:spLocks noChangeArrowheads="1"/>
          </p:cNvSpPr>
          <p:nvPr/>
        </p:nvSpPr>
        <p:spPr bwMode="auto">
          <a:xfrm>
            <a:off x="6858000" y="4114800"/>
            <a:ext cx="609600" cy="215900"/>
          </a:xfrm>
          <a:prstGeom prst="rect">
            <a:avLst/>
          </a:prstGeom>
          <a:gradFill rotWithShape="0">
            <a:gsLst>
              <a:gs pos="0">
                <a:srgbClr val="DDEBCF"/>
              </a:gs>
              <a:gs pos="50000">
                <a:srgbClr val="9CB86E"/>
              </a:gs>
              <a:gs pos="100000">
                <a:srgbClr val="156B13"/>
              </a:gs>
            </a:gsLst>
            <a:lin ang="5400000"/>
          </a:gradFill>
          <a:ln w="9525" cap="rnd">
            <a:solidFill>
              <a:schemeClr val="accent1"/>
            </a:solidFill>
            <a:miter lim="800000"/>
            <a:headEnd/>
            <a:tailEnd/>
          </a:ln>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n-US" altLang="en-US" sz="800" dirty="0">
                <a:solidFill>
                  <a:srgbClr val="FFFF00"/>
                </a:solidFill>
                <a:latin typeface="Calibri" panose="020F0502020204030204" pitchFamily="34" charset="0"/>
              </a:rPr>
              <a:t>POSP0001</a:t>
            </a:r>
          </a:p>
        </p:txBody>
      </p:sp>
      <p:sp>
        <p:nvSpPr>
          <p:cNvPr id="285" name="TextBox 284">
            <a:extLst>
              <a:ext uri="{FF2B5EF4-FFF2-40B4-BE49-F238E27FC236}">
                <a16:creationId xmlns:a16="http://schemas.microsoft.com/office/drawing/2014/main" id="{B934B70F-4FE9-69EE-C4B5-44A67BCA0AE4}"/>
              </a:ext>
            </a:extLst>
          </p:cNvPr>
          <p:cNvSpPr txBox="1"/>
          <p:nvPr/>
        </p:nvSpPr>
        <p:spPr>
          <a:xfrm>
            <a:off x="5029200" y="4743451"/>
            <a:ext cx="1295400" cy="246063"/>
          </a:xfrm>
          <a:prstGeom prst="rect">
            <a:avLst/>
          </a:prstGeom>
          <a:gradFill>
            <a:gsLst>
              <a:gs pos="0">
                <a:srgbClr val="000082"/>
              </a:gs>
              <a:gs pos="30000">
                <a:srgbClr val="66008F"/>
              </a:gs>
              <a:gs pos="64999">
                <a:srgbClr val="BA0066"/>
              </a:gs>
              <a:gs pos="89999">
                <a:srgbClr val="FF0000"/>
              </a:gs>
              <a:gs pos="100000">
                <a:srgbClr val="FF8200"/>
              </a:gs>
            </a:gsLst>
            <a:lin ang="5400000" scaled="0"/>
          </a:gradFill>
          <a:ln cap="rnd">
            <a:solidFill>
              <a:schemeClr val="accent1"/>
            </a:solidFill>
          </a:ln>
        </p:spPr>
        <p:txBody>
          <a:bodyPr>
            <a:spAutoFit/>
          </a:bodyPr>
          <a:lstStyle/>
          <a:p>
            <a:pPr>
              <a:defRPr/>
            </a:pPr>
            <a:r>
              <a:rPr lang="en-US" sz="1000" b="1" i="1" dirty="0">
                <a:solidFill>
                  <a:srgbClr val="FFFF00"/>
                </a:solidFill>
              </a:rPr>
              <a:t>POSB314</a:t>
            </a:r>
            <a:r>
              <a:rPr lang="en-US" sz="800" b="1" i="1" dirty="0">
                <a:solidFill>
                  <a:srgbClr val="FFFF00"/>
                </a:solidFill>
              </a:rPr>
              <a:t> .... Batch</a:t>
            </a:r>
          </a:p>
        </p:txBody>
      </p:sp>
      <p:sp>
        <p:nvSpPr>
          <p:cNvPr id="286" name="Flowchart: Direct Access Storage 285">
            <a:extLst>
              <a:ext uri="{FF2B5EF4-FFF2-40B4-BE49-F238E27FC236}">
                <a16:creationId xmlns:a16="http://schemas.microsoft.com/office/drawing/2014/main" id="{B3F4580D-DA7B-F41C-A170-1BBE7EBC3EDA}"/>
              </a:ext>
            </a:extLst>
          </p:cNvPr>
          <p:cNvSpPr/>
          <p:nvPr/>
        </p:nvSpPr>
        <p:spPr>
          <a:xfrm>
            <a:off x="6553200" y="4724400"/>
            <a:ext cx="1066800" cy="381000"/>
          </a:xfrm>
          <a:prstGeom prst="flowChartMagneticDrum">
            <a:avLst/>
          </a:prstGeom>
          <a:gradFill>
            <a:gsLst>
              <a:gs pos="0">
                <a:srgbClr val="DDEBCF"/>
              </a:gs>
              <a:gs pos="50000">
                <a:srgbClr val="9CB86E"/>
              </a:gs>
              <a:gs pos="100000">
                <a:srgbClr val="156B13"/>
              </a:gs>
            </a:gsLst>
            <a:lin ang="5400000" scaled="0"/>
          </a:gra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dirty="0"/>
          </a:p>
        </p:txBody>
      </p:sp>
      <p:sp>
        <p:nvSpPr>
          <p:cNvPr id="289" name="TextBox 9">
            <a:extLst>
              <a:ext uri="{FF2B5EF4-FFF2-40B4-BE49-F238E27FC236}">
                <a16:creationId xmlns:a16="http://schemas.microsoft.com/office/drawing/2014/main" id="{15D80059-8F8A-F2AF-F696-CC7F7171E2BC}"/>
              </a:ext>
            </a:extLst>
          </p:cNvPr>
          <p:cNvSpPr txBox="1">
            <a:spLocks noChangeArrowheads="1"/>
          </p:cNvSpPr>
          <p:nvPr/>
        </p:nvSpPr>
        <p:spPr bwMode="auto">
          <a:xfrm>
            <a:off x="6629400" y="4800600"/>
            <a:ext cx="762000" cy="215900"/>
          </a:xfrm>
          <a:prstGeom prst="rect">
            <a:avLst/>
          </a:prstGeom>
          <a:gradFill rotWithShape="0">
            <a:gsLst>
              <a:gs pos="0">
                <a:srgbClr val="DDEBCF"/>
              </a:gs>
              <a:gs pos="50000">
                <a:srgbClr val="9CB86E"/>
              </a:gs>
              <a:gs pos="100000">
                <a:srgbClr val="156B13"/>
              </a:gs>
            </a:gsLst>
            <a:lin ang="5400000" scaled="0"/>
          </a:gradFill>
          <a:ln w="9525" cap="rnd">
            <a:solidFill>
              <a:schemeClr val="accent1"/>
            </a:solidFill>
            <a:miter lim="800000"/>
            <a:headEnd/>
            <a:tailEnd/>
          </a:ln>
        </p:spPr>
        <p:txBody>
          <a:bodyPr>
            <a:spAutoFit/>
          </a:bodyPr>
          <a:lstStyle/>
          <a:p>
            <a:pPr algn="ctr">
              <a:defRPr/>
            </a:pPr>
            <a:r>
              <a:rPr lang="en-US" sz="800" dirty="0">
                <a:gradFill>
                  <a:gsLst>
                    <a:gs pos="0">
                      <a:srgbClr val="000082"/>
                    </a:gs>
                    <a:gs pos="30000">
                      <a:srgbClr val="66008F"/>
                    </a:gs>
                    <a:gs pos="64999">
                      <a:srgbClr val="BA0066"/>
                    </a:gs>
                    <a:gs pos="89999">
                      <a:srgbClr val="FF0000"/>
                    </a:gs>
                    <a:gs pos="100000">
                      <a:srgbClr val="FF8200"/>
                    </a:gs>
                  </a:gsLst>
                  <a:lin ang="5400000" scaled="0"/>
                </a:gradFill>
                <a:latin typeface="Calibri" pitchFamily="34" charset="0"/>
              </a:rPr>
              <a:t>POSP017</a:t>
            </a:r>
          </a:p>
        </p:txBody>
      </p:sp>
      <p:sp>
        <p:nvSpPr>
          <p:cNvPr id="333" name="TextBox 332">
            <a:extLst>
              <a:ext uri="{FF2B5EF4-FFF2-40B4-BE49-F238E27FC236}">
                <a16:creationId xmlns:a16="http://schemas.microsoft.com/office/drawing/2014/main" id="{25F61465-A689-1C0E-1F6C-ECE89ECC4D40}"/>
              </a:ext>
            </a:extLst>
          </p:cNvPr>
          <p:cNvSpPr txBox="1"/>
          <p:nvPr/>
        </p:nvSpPr>
        <p:spPr>
          <a:xfrm>
            <a:off x="6602413" y="6307138"/>
            <a:ext cx="990600" cy="246062"/>
          </a:xfrm>
          <a:prstGeom prst="rect">
            <a:avLst/>
          </a:prstGeom>
          <a:gradFill>
            <a:gsLst>
              <a:gs pos="0">
                <a:srgbClr val="000082"/>
              </a:gs>
              <a:gs pos="30000">
                <a:srgbClr val="66008F"/>
              </a:gs>
              <a:gs pos="64999">
                <a:srgbClr val="BA0066"/>
              </a:gs>
              <a:gs pos="89999">
                <a:srgbClr val="FF0000"/>
              </a:gs>
              <a:gs pos="100000">
                <a:srgbClr val="FF8200"/>
              </a:gs>
            </a:gsLst>
            <a:lin ang="5400000" scaled="0"/>
          </a:gradFill>
          <a:ln cap="rnd">
            <a:solidFill>
              <a:schemeClr val="accent1"/>
            </a:solidFill>
          </a:ln>
        </p:spPr>
        <p:txBody>
          <a:bodyPr>
            <a:spAutoFit/>
          </a:bodyPr>
          <a:lstStyle/>
          <a:p>
            <a:pPr>
              <a:defRPr/>
            </a:pPr>
            <a:r>
              <a:rPr lang="en-US" sz="1000" b="1" i="1" dirty="0">
                <a:solidFill>
                  <a:srgbClr val="FFFF00"/>
                </a:solidFill>
              </a:rPr>
              <a:t>POSB323SUM</a:t>
            </a:r>
            <a:endParaRPr lang="en-US" sz="800" b="1" i="1" dirty="0">
              <a:solidFill>
                <a:srgbClr val="FFFF00"/>
              </a:solidFill>
            </a:endParaRPr>
          </a:p>
        </p:txBody>
      </p:sp>
      <p:cxnSp>
        <p:nvCxnSpPr>
          <p:cNvPr id="335" name="Shape 334">
            <a:extLst>
              <a:ext uri="{FF2B5EF4-FFF2-40B4-BE49-F238E27FC236}">
                <a16:creationId xmlns:a16="http://schemas.microsoft.com/office/drawing/2014/main" id="{864A1899-0222-29EC-EC9F-B3652B22DD55}"/>
              </a:ext>
            </a:extLst>
          </p:cNvPr>
          <p:cNvCxnSpPr>
            <a:stCxn id="333" idx="2"/>
            <a:endCxn id="215" idx="0"/>
          </p:cNvCxnSpPr>
          <p:nvPr/>
        </p:nvCxnSpPr>
        <p:spPr>
          <a:xfrm rot="16200000" flipH="1">
            <a:off x="7916070" y="5733258"/>
            <a:ext cx="3175" cy="1639887"/>
          </a:xfrm>
          <a:prstGeom prst="bentConnector5">
            <a:avLst>
              <a:gd name="adj1" fmla="val 5417634"/>
              <a:gd name="adj2" fmla="val 48039"/>
              <a:gd name="adj3" fmla="val -4079346"/>
            </a:avLst>
          </a:prstGeom>
          <a:ln>
            <a:tailEnd type="arrow"/>
          </a:ln>
        </p:spPr>
        <p:style>
          <a:lnRef idx="1">
            <a:schemeClr val="accent1"/>
          </a:lnRef>
          <a:fillRef idx="0">
            <a:schemeClr val="accent1"/>
          </a:fillRef>
          <a:effectRef idx="0">
            <a:schemeClr val="accent1"/>
          </a:effectRef>
          <a:fontRef idx="minor">
            <a:schemeClr val="tx1"/>
          </a:fontRef>
        </p:style>
      </p:cxnSp>
      <p:sp>
        <p:nvSpPr>
          <p:cNvPr id="181" name="Flowchart: Direct Access Storage 180">
            <a:extLst>
              <a:ext uri="{FF2B5EF4-FFF2-40B4-BE49-F238E27FC236}">
                <a16:creationId xmlns:a16="http://schemas.microsoft.com/office/drawing/2014/main" id="{501C0568-F21C-24B5-CE8C-26F659517331}"/>
              </a:ext>
            </a:extLst>
          </p:cNvPr>
          <p:cNvSpPr/>
          <p:nvPr/>
        </p:nvSpPr>
        <p:spPr>
          <a:xfrm>
            <a:off x="8153400" y="2819400"/>
            <a:ext cx="1295400" cy="268288"/>
          </a:xfrm>
          <a:prstGeom prst="flowChartMagneticDrum">
            <a:avLst/>
          </a:prstGeom>
          <a:gradFill>
            <a:gsLst>
              <a:gs pos="0">
                <a:srgbClr val="000082"/>
              </a:gs>
              <a:gs pos="30000">
                <a:srgbClr val="66008F"/>
              </a:gs>
              <a:gs pos="64999">
                <a:srgbClr val="BA0066"/>
              </a:gs>
              <a:gs pos="89999">
                <a:srgbClr val="FF0000"/>
              </a:gs>
              <a:gs pos="100000">
                <a:srgbClr val="FF8200"/>
              </a:gs>
            </a:gsLst>
            <a:lin ang="5400000" scaled="0"/>
          </a:gra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dirty="0"/>
          </a:p>
        </p:txBody>
      </p:sp>
      <p:sp>
        <p:nvSpPr>
          <p:cNvPr id="6318" name="TextBox 34">
            <a:extLst>
              <a:ext uri="{FF2B5EF4-FFF2-40B4-BE49-F238E27FC236}">
                <a16:creationId xmlns:a16="http://schemas.microsoft.com/office/drawing/2014/main" id="{28B2716B-3F24-6FC4-B04D-9CD54C1A7765}"/>
              </a:ext>
            </a:extLst>
          </p:cNvPr>
          <p:cNvSpPr txBox="1">
            <a:spLocks noChangeArrowheads="1"/>
          </p:cNvSpPr>
          <p:nvPr/>
        </p:nvSpPr>
        <p:spPr bwMode="auto">
          <a:xfrm>
            <a:off x="8235950" y="2862263"/>
            <a:ext cx="661988" cy="215900"/>
          </a:xfrm>
          <a:prstGeom prst="rect">
            <a:avLst/>
          </a:prstGeom>
          <a:gradFill rotWithShape="0">
            <a:gsLst>
              <a:gs pos="0">
                <a:srgbClr val="000082"/>
              </a:gs>
              <a:gs pos="30000">
                <a:srgbClr val="66008F"/>
              </a:gs>
              <a:gs pos="64999">
                <a:srgbClr val="BA0066"/>
              </a:gs>
              <a:gs pos="89999">
                <a:srgbClr val="FF0000"/>
              </a:gs>
              <a:gs pos="100000">
                <a:srgbClr val="FF8200"/>
              </a:gs>
            </a:gsLst>
            <a:lin ang="5400000"/>
          </a:gradFill>
          <a:ln>
            <a:noFill/>
          </a:ln>
          <a:extLst>
            <a:ext uri="{91240B29-F687-4F45-9708-019B960494DF}">
              <a14:hiddenLine xmlns:a14="http://schemas.microsoft.com/office/drawing/2010/main" w="9525" cap="rnd">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n-US" altLang="en-US" sz="800" b="1" dirty="0">
                <a:solidFill>
                  <a:srgbClr val="FFFF00"/>
                </a:solidFill>
                <a:latin typeface="Calibri" panose="020F0502020204030204" pitchFamily="34" charset="0"/>
              </a:rPr>
              <a:t>POSBINR</a:t>
            </a:r>
          </a:p>
        </p:txBody>
      </p:sp>
      <p:sp>
        <p:nvSpPr>
          <p:cNvPr id="184" name="Flowchart: Direct Access Storage 183">
            <a:extLst>
              <a:ext uri="{FF2B5EF4-FFF2-40B4-BE49-F238E27FC236}">
                <a16:creationId xmlns:a16="http://schemas.microsoft.com/office/drawing/2014/main" id="{68379233-2F6F-84D7-9620-3E1E3F23D629}"/>
              </a:ext>
            </a:extLst>
          </p:cNvPr>
          <p:cNvSpPr/>
          <p:nvPr/>
        </p:nvSpPr>
        <p:spPr>
          <a:xfrm>
            <a:off x="8153400" y="3200400"/>
            <a:ext cx="1295400" cy="268288"/>
          </a:xfrm>
          <a:prstGeom prst="flowChartMagneticDrum">
            <a:avLst/>
          </a:prstGeom>
          <a:gradFill>
            <a:gsLst>
              <a:gs pos="0">
                <a:srgbClr val="000082"/>
              </a:gs>
              <a:gs pos="30000">
                <a:srgbClr val="66008F"/>
              </a:gs>
              <a:gs pos="64999">
                <a:srgbClr val="BA0066"/>
              </a:gs>
              <a:gs pos="89999">
                <a:srgbClr val="FF0000"/>
              </a:gs>
              <a:gs pos="100000">
                <a:srgbClr val="FF8200"/>
              </a:gs>
            </a:gsLst>
            <a:lin ang="5400000" scaled="0"/>
          </a:gra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dirty="0"/>
          </a:p>
        </p:txBody>
      </p:sp>
      <p:sp>
        <p:nvSpPr>
          <p:cNvPr id="6320" name="TextBox 34">
            <a:extLst>
              <a:ext uri="{FF2B5EF4-FFF2-40B4-BE49-F238E27FC236}">
                <a16:creationId xmlns:a16="http://schemas.microsoft.com/office/drawing/2014/main" id="{7286B7B0-7FF7-7DB2-C8D5-D08D83FC111B}"/>
              </a:ext>
            </a:extLst>
          </p:cNvPr>
          <p:cNvSpPr txBox="1">
            <a:spLocks noChangeArrowheads="1"/>
          </p:cNvSpPr>
          <p:nvPr/>
        </p:nvSpPr>
        <p:spPr bwMode="auto">
          <a:xfrm>
            <a:off x="8235950" y="3243263"/>
            <a:ext cx="755650" cy="215900"/>
          </a:xfrm>
          <a:prstGeom prst="rect">
            <a:avLst/>
          </a:prstGeom>
          <a:gradFill rotWithShape="0">
            <a:gsLst>
              <a:gs pos="0">
                <a:srgbClr val="000082"/>
              </a:gs>
              <a:gs pos="30000">
                <a:srgbClr val="66008F"/>
              </a:gs>
              <a:gs pos="64999">
                <a:srgbClr val="BA0066"/>
              </a:gs>
              <a:gs pos="89999">
                <a:srgbClr val="FF0000"/>
              </a:gs>
              <a:gs pos="100000">
                <a:srgbClr val="FF8200"/>
              </a:gs>
            </a:gsLst>
            <a:lin ang="5400000"/>
          </a:gradFill>
          <a:ln>
            <a:noFill/>
          </a:ln>
          <a:extLst>
            <a:ext uri="{91240B29-F687-4F45-9708-019B960494DF}">
              <a14:hiddenLine xmlns:a14="http://schemas.microsoft.com/office/drawing/2010/main" w="9525" cap="rnd">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n-US" altLang="en-US" sz="800" b="1" dirty="0">
                <a:solidFill>
                  <a:srgbClr val="FFFF00"/>
                </a:solidFill>
                <a:latin typeface="Calibri" panose="020F0502020204030204" pitchFamily="34" charset="0"/>
              </a:rPr>
              <a:t>POSPCUSINS</a:t>
            </a:r>
          </a:p>
        </p:txBody>
      </p:sp>
      <p:cxnSp>
        <p:nvCxnSpPr>
          <p:cNvPr id="187" name="Shape 186">
            <a:extLst>
              <a:ext uri="{FF2B5EF4-FFF2-40B4-BE49-F238E27FC236}">
                <a16:creationId xmlns:a16="http://schemas.microsoft.com/office/drawing/2014/main" id="{4D1C50BD-6EF8-A839-E502-08E230E8AADE}"/>
              </a:ext>
            </a:extLst>
          </p:cNvPr>
          <p:cNvCxnSpPr>
            <a:stCxn id="204" idx="3"/>
            <a:endCxn id="184" idx="1"/>
          </p:cNvCxnSpPr>
          <p:nvPr/>
        </p:nvCxnSpPr>
        <p:spPr>
          <a:xfrm flipV="1">
            <a:off x="6324600" y="3335338"/>
            <a:ext cx="1828800" cy="2413000"/>
          </a:xfrm>
          <a:prstGeom prst="bentConnector3">
            <a:avLst>
              <a:gd name="adj1" fmla="val 75500"/>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99" name="Elbow Connector 198">
            <a:extLst>
              <a:ext uri="{FF2B5EF4-FFF2-40B4-BE49-F238E27FC236}">
                <a16:creationId xmlns:a16="http://schemas.microsoft.com/office/drawing/2014/main" id="{3BFC46EC-4E85-BDAC-4057-9325018C2443}"/>
              </a:ext>
            </a:extLst>
          </p:cNvPr>
          <p:cNvCxnSpPr>
            <a:stCxn id="204" idx="3"/>
            <a:endCxn id="181" idx="1"/>
          </p:cNvCxnSpPr>
          <p:nvPr/>
        </p:nvCxnSpPr>
        <p:spPr>
          <a:xfrm flipV="1">
            <a:off x="6324600" y="2954338"/>
            <a:ext cx="1828800" cy="2794000"/>
          </a:xfrm>
          <a:prstGeom prst="bentConnector3">
            <a:avLst>
              <a:gd name="adj1" fmla="val 83500"/>
            </a:avLst>
          </a:prstGeom>
          <a:ln>
            <a:tailEnd type="arrow"/>
          </a:ln>
        </p:spPr>
        <p:style>
          <a:lnRef idx="1">
            <a:schemeClr val="accent1"/>
          </a:lnRef>
          <a:fillRef idx="0">
            <a:schemeClr val="accent1"/>
          </a:fillRef>
          <a:effectRef idx="0">
            <a:schemeClr val="accent1"/>
          </a:effectRef>
          <a:fontRef idx="minor">
            <a:schemeClr val="tx1"/>
          </a:fontRef>
        </p:style>
      </p:cxnSp>
      <p:cxnSp>
        <p:nvCxnSpPr>
          <p:cNvPr id="205" name="Elbow Connector 204">
            <a:extLst>
              <a:ext uri="{FF2B5EF4-FFF2-40B4-BE49-F238E27FC236}">
                <a16:creationId xmlns:a16="http://schemas.microsoft.com/office/drawing/2014/main" id="{F09396C4-D636-62F6-2BF4-896C07DDE53C}"/>
              </a:ext>
            </a:extLst>
          </p:cNvPr>
          <p:cNvCxnSpPr>
            <a:stCxn id="38" idx="3"/>
            <a:endCxn id="181" idx="1"/>
          </p:cNvCxnSpPr>
          <p:nvPr/>
        </p:nvCxnSpPr>
        <p:spPr>
          <a:xfrm>
            <a:off x="7772400" y="2849564"/>
            <a:ext cx="381000" cy="104775"/>
          </a:xfrm>
          <a:prstGeom prst="bentConnector3">
            <a:avLst>
              <a:gd name="adj1" fmla="val 50000"/>
            </a:avLst>
          </a:prstGeom>
          <a:ln>
            <a:tailEnd type="arrow"/>
          </a:ln>
        </p:spPr>
        <p:style>
          <a:lnRef idx="1">
            <a:schemeClr val="accent1"/>
          </a:lnRef>
          <a:fillRef idx="0">
            <a:schemeClr val="accent1"/>
          </a:fillRef>
          <a:effectRef idx="0">
            <a:schemeClr val="accent1"/>
          </a:effectRef>
          <a:fontRef idx="minor">
            <a:schemeClr val="tx1"/>
          </a:fontRef>
        </p:style>
      </p:cxnSp>
      <p:cxnSp>
        <p:nvCxnSpPr>
          <p:cNvPr id="279" name="Straight Arrow Connector 278">
            <a:extLst>
              <a:ext uri="{FF2B5EF4-FFF2-40B4-BE49-F238E27FC236}">
                <a16:creationId xmlns:a16="http://schemas.microsoft.com/office/drawing/2014/main" id="{DA8CCD5A-741B-CD7B-8D89-9658AAB1600A}"/>
              </a:ext>
            </a:extLst>
          </p:cNvPr>
          <p:cNvCxnSpPr/>
          <p:nvPr/>
        </p:nvCxnSpPr>
        <p:spPr>
          <a:xfrm>
            <a:off x="3121026" y="5570539"/>
            <a:ext cx="612775" cy="1587"/>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6325" name="TextBox 85">
            <a:extLst>
              <a:ext uri="{FF2B5EF4-FFF2-40B4-BE49-F238E27FC236}">
                <a16:creationId xmlns:a16="http://schemas.microsoft.com/office/drawing/2014/main" id="{360C9CCF-BEC2-24D5-493C-CA0DEF5F13DD}"/>
              </a:ext>
            </a:extLst>
          </p:cNvPr>
          <p:cNvSpPr txBox="1">
            <a:spLocks noChangeArrowheads="1"/>
          </p:cNvSpPr>
          <p:nvPr/>
        </p:nvSpPr>
        <p:spPr bwMode="auto">
          <a:xfrm>
            <a:off x="3127376" y="5297488"/>
            <a:ext cx="606425" cy="215900"/>
          </a:xfrm>
          <a:prstGeom prst="rect">
            <a:avLst/>
          </a:prstGeom>
          <a:gradFill rotWithShape="0">
            <a:gsLst>
              <a:gs pos="0">
                <a:srgbClr val="000082"/>
              </a:gs>
              <a:gs pos="30000">
                <a:srgbClr val="66008F"/>
              </a:gs>
              <a:gs pos="64999">
                <a:srgbClr val="BA0066"/>
              </a:gs>
              <a:gs pos="89999">
                <a:srgbClr val="FF0000"/>
              </a:gs>
              <a:gs pos="100000">
                <a:srgbClr val="FF8200"/>
              </a:gs>
            </a:gsLst>
            <a:lin ang="5400000"/>
          </a:gra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sz="800" dirty="0"/>
              <a:t>....</a:t>
            </a:r>
          </a:p>
        </p:txBody>
      </p:sp>
      <p:sp>
        <p:nvSpPr>
          <p:cNvPr id="198" name="TextBox 197">
            <a:extLst>
              <a:ext uri="{FF2B5EF4-FFF2-40B4-BE49-F238E27FC236}">
                <a16:creationId xmlns:a16="http://schemas.microsoft.com/office/drawing/2014/main" id="{5BB73DA4-D17A-1275-7A9D-43ED415B117E}"/>
              </a:ext>
            </a:extLst>
          </p:cNvPr>
          <p:cNvSpPr txBox="1"/>
          <p:nvPr/>
        </p:nvSpPr>
        <p:spPr>
          <a:xfrm>
            <a:off x="1676400" y="533401"/>
            <a:ext cx="1676400" cy="708025"/>
          </a:xfrm>
          <a:prstGeom prst="rect">
            <a:avLst/>
          </a:prstGeom>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a:ln cap="rnd">
            <a:solidFill>
              <a:schemeClr val="accent1"/>
            </a:solidFill>
          </a:ln>
        </p:spPr>
        <p:txBody>
          <a:bodyPr>
            <a:spAutoFit/>
          </a:bodyPr>
          <a:lstStyle/>
          <a:p>
            <a:pPr algn="ctr">
              <a:defRPr/>
            </a:pPr>
            <a:r>
              <a:rPr lang="en-US" sz="1000" b="1" dirty="0">
                <a:solidFill>
                  <a:srgbClr val="7030A0"/>
                </a:solidFill>
              </a:rPr>
              <a:t>POS Data created from T LOG with 97 String for encrypted credit card information</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195" name="graphics1">
            <a:extLst>
              <a:ext uri="{FF2B5EF4-FFF2-40B4-BE49-F238E27FC236}">
                <a16:creationId xmlns:a16="http://schemas.microsoft.com/office/drawing/2014/main" id="{B892155E-FBA1-A87D-4D6C-0C0E427C66C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81200" y="457200"/>
            <a:ext cx="8458200" cy="6019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196" name="TextBox 202">
            <a:extLst>
              <a:ext uri="{FF2B5EF4-FFF2-40B4-BE49-F238E27FC236}">
                <a16:creationId xmlns:a16="http://schemas.microsoft.com/office/drawing/2014/main" id="{AED31F17-AA78-7C75-2C58-4ED65D44845E}"/>
              </a:ext>
            </a:extLst>
          </p:cNvPr>
          <p:cNvSpPr txBox="1">
            <a:spLocks noChangeArrowheads="1"/>
          </p:cNvSpPr>
          <p:nvPr/>
        </p:nvSpPr>
        <p:spPr bwMode="auto">
          <a:xfrm>
            <a:off x="1981200" y="92076"/>
            <a:ext cx="4648200" cy="277813"/>
          </a:xfrm>
          <a:prstGeom prst="rect">
            <a:avLst/>
          </a:prstGeom>
          <a:gradFill rotWithShape="0">
            <a:gsLst>
              <a:gs pos="0">
                <a:srgbClr val="FFF200"/>
              </a:gs>
              <a:gs pos="45000">
                <a:srgbClr val="FF7A00"/>
              </a:gs>
              <a:gs pos="70000">
                <a:srgbClr val="FF0300"/>
              </a:gs>
              <a:gs pos="100000">
                <a:srgbClr val="4D0808"/>
              </a:gs>
            </a:gsLst>
            <a:lin ang="5400000"/>
          </a:gra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sz="1200" dirty="0"/>
              <a:t>Modified  Report for .... Access / Visa Transactions</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219" name="graphics1">
            <a:extLst>
              <a:ext uri="{FF2B5EF4-FFF2-40B4-BE49-F238E27FC236}">
                <a16:creationId xmlns:a16="http://schemas.microsoft.com/office/drawing/2014/main" id="{5F96EA79-410D-1E35-3A1B-707157FAFE2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28800" y="457200"/>
            <a:ext cx="8610600" cy="6019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220" name="TextBox 202">
            <a:extLst>
              <a:ext uri="{FF2B5EF4-FFF2-40B4-BE49-F238E27FC236}">
                <a16:creationId xmlns:a16="http://schemas.microsoft.com/office/drawing/2014/main" id="{47140309-A2E1-85DB-8F57-35A0776DB190}"/>
              </a:ext>
            </a:extLst>
          </p:cNvPr>
          <p:cNvSpPr txBox="1">
            <a:spLocks noChangeArrowheads="1"/>
          </p:cNvSpPr>
          <p:nvPr/>
        </p:nvSpPr>
        <p:spPr bwMode="auto">
          <a:xfrm>
            <a:off x="1824038" y="92076"/>
            <a:ext cx="4648200" cy="277813"/>
          </a:xfrm>
          <a:prstGeom prst="rect">
            <a:avLst/>
          </a:prstGeom>
          <a:gradFill rotWithShape="0">
            <a:gsLst>
              <a:gs pos="0">
                <a:srgbClr val="FFF200"/>
              </a:gs>
              <a:gs pos="45000">
                <a:srgbClr val="FF7A00"/>
              </a:gs>
              <a:gs pos="70000">
                <a:srgbClr val="FF0300"/>
              </a:gs>
              <a:gs pos="100000">
                <a:srgbClr val="4D0808"/>
              </a:gs>
            </a:gsLst>
            <a:lin ang="5400000"/>
          </a:gra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sz="1200" dirty="0"/>
              <a:t>Modified  Report for .... Switch Transactions</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43" name="Picture 2">
            <a:extLst>
              <a:ext uri="{FF2B5EF4-FFF2-40B4-BE49-F238E27FC236}">
                <a16:creationId xmlns:a16="http://schemas.microsoft.com/office/drawing/2014/main" id="{46A65841-A0B3-60B0-B291-D7C71FEE0A6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76400" y="457201"/>
            <a:ext cx="8839200" cy="5986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244" name="TextBox 202">
            <a:extLst>
              <a:ext uri="{FF2B5EF4-FFF2-40B4-BE49-F238E27FC236}">
                <a16:creationId xmlns:a16="http://schemas.microsoft.com/office/drawing/2014/main" id="{FE48C8B6-0E62-E5E5-4358-39F30408E317}"/>
              </a:ext>
            </a:extLst>
          </p:cNvPr>
          <p:cNvSpPr txBox="1">
            <a:spLocks noChangeArrowheads="1"/>
          </p:cNvSpPr>
          <p:nvPr/>
        </p:nvSpPr>
        <p:spPr bwMode="auto">
          <a:xfrm>
            <a:off x="1676400" y="80963"/>
            <a:ext cx="4953000" cy="277812"/>
          </a:xfrm>
          <a:prstGeom prst="rect">
            <a:avLst/>
          </a:prstGeom>
          <a:gradFill rotWithShape="0">
            <a:gsLst>
              <a:gs pos="0">
                <a:srgbClr val="FFF200"/>
              </a:gs>
              <a:gs pos="45000">
                <a:srgbClr val="FF7A00"/>
              </a:gs>
              <a:gs pos="70000">
                <a:srgbClr val="FF0300"/>
              </a:gs>
              <a:gs pos="100000">
                <a:srgbClr val="4D0808"/>
              </a:gs>
            </a:gsLst>
            <a:lin ang="5400000"/>
          </a:gra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sz="1200" dirty="0"/>
              <a:t>New report of Error transactions failed for Swipe indication Translation.</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7" name="TextBox 202">
            <a:extLst>
              <a:ext uri="{FF2B5EF4-FFF2-40B4-BE49-F238E27FC236}">
                <a16:creationId xmlns:a16="http://schemas.microsoft.com/office/drawing/2014/main" id="{7D146062-8850-9B5C-D612-C5098038E6C3}"/>
              </a:ext>
            </a:extLst>
          </p:cNvPr>
          <p:cNvSpPr txBox="1">
            <a:spLocks noChangeArrowheads="1"/>
          </p:cNvSpPr>
          <p:nvPr/>
        </p:nvSpPr>
        <p:spPr bwMode="auto">
          <a:xfrm>
            <a:off x="1676400" y="80963"/>
            <a:ext cx="4953000" cy="277812"/>
          </a:xfrm>
          <a:prstGeom prst="rect">
            <a:avLst/>
          </a:prstGeom>
          <a:gradFill rotWithShape="0">
            <a:gsLst>
              <a:gs pos="0">
                <a:srgbClr val="FFF200"/>
              </a:gs>
              <a:gs pos="45000">
                <a:srgbClr val="FF7A00"/>
              </a:gs>
              <a:gs pos="70000">
                <a:srgbClr val="FF0300"/>
              </a:gs>
              <a:gs pos="100000">
                <a:srgbClr val="4D0808"/>
              </a:gs>
            </a:gsLst>
            <a:lin ang="5400000"/>
          </a:gra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sz="1200" dirty="0"/>
              <a:t>Settlement file </a:t>
            </a:r>
          </a:p>
        </p:txBody>
      </p:sp>
      <p:pic>
        <p:nvPicPr>
          <p:cNvPr id="11268" name="Picture 2">
            <a:extLst>
              <a:ext uri="{FF2B5EF4-FFF2-40B4-BE49-F238E27FC236}">
                <a16:creationId xmlns:a16="http://schemas.microsoft.com/office/drawing/2014/main" id="{96F232EB-1CF0-4A9B-CD00-FB1C8DB7C4C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76400" y="457200"/>
            <a:ext cx="8763000" cy="5867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3">
            <a:extLst>
              <a:ext uri="{FF2B5EF4-FFF2-40B4-BE49-F238E27FC236}">
                <a16:creationId xmlns:a16="http://schemas.microsoft.com/office/drawing/2014/main" id="{26816661-DF0B-92D3-9C57-998CE081E9C5}"/>
              </a:ext>
            </a:extLst>
          </p:cNvPr>
          <p:cNvGraphicFramePr>
            <a:graphicFrameLocks noGrp="1"/>
          </p:cNvGraphicFramePr>
          <p:nvPr/>
        </p:nvGraphicFramePr>
        <p:xfrm>
          <a:off x="1666875" y="349250"/>
          <a:ext cx="8610600" cy="6511924"/>
        </p:xfrm>
        <a:graphic>
          <a:graphicData uri="http://schemas.openxmlformats.org/drawingml/2006/table">
            <a:tbl>
              <a:tblPr/>
              <a:tblGrid>
                <a:gridCol w="684933">
                  <a:extLst>
                    <a:ext uri="{9D8B030D-6E8A-4147-A177-3AD203B41FA5}">
                      <a16:colId xmlns:a16="http://schemas.microsoft.com/office/drawing/2014/main" val="20000"/>
                    </a:ext>
                  </a:extLst>
                </a:gridCol>
                <a:gridCol w="880629">
                  <a:extLst>
                    <a:ext uri="{9D8B030D-6E8A-4147-A177-3AD203B41FA5}">
                      <a16:colId xmlns:a16="http://schemas.microsoft.com/office/drawing/2014/main" val="20001"/>
                    </a:ext>
                  </a:extLst>
                </a:gridCol>
                <a:gridCol w="5870866">
                  <a:extLst>
                    <a:ext uri="{9D8B030D-6E8A-4147-A177-3AD203B41FA5}">
                      <a16:colId xmlns:a16="http://schemas.microsoft.com/office/drawing/2014/main" val="20002"/>
                    </a:ext>
                  </a:extLst>
                </a:gridCol>
                <a:gridCol w="587086">
                  <a:extLst>
                    <a:ext uri="{9D8B030D-6E8A-4147-A177-3AD203B41FA5}">
                      <a16:colId xmlns:a16="http://schemas.microsoft.com/office/drawing/2014/main" val="20003"/>
                    </a:ext>
                  </a:extLst>
                </a:gridCol>
                <a:gridCol w="587086">
                  <a:extLst>
                    <a:ext uri="{9D8B030D-6E8A-4147-A177-3AD203B41FA5}">
                      <a16:colId xmlns:a16="http://schemas.microsoft.com/office/drawing/2014/main" val="20004"/>
                    </a:ext>
                  </a:extLst>
                </a:gridCol>
              </a:tblGrid>
              <a:tr h="233440">
                <a:tc>
                  <a:txBody>
                    <a:bodyPr/>
                    <a:lstStyle/>
                    <a:p>
                      <a:pPr marL="0" marR="0" algn="ctr">
                        <a:lnSpc>
                          <a:spcPts val="1200"/>
                        </a:lnSpc>
                        <a:spcBef>
                          <a:spcPts val="0"/>
                        </a:spcBef>
                        <a:spcAft>
                          <a:spcPts val="0"/>
                        </a:spcAft>
                      </a:pPr>
                      <a:r>
                        <a:rPr lang="en-US" sz="600" b="1" spc="0" dirty="0">
                          <a:solidFill>
                            <a:srgbClr val="FFFFFF"/>
                          </a:solidFill>
                          <a:latin typeface="Times New Roman"/>
                          <a:ea typeface="Times New Roman"/>
                          <a:cs typeface="Times New Roman"/>
                        </a:rPr>
                        <a:t>S. No </a:t>
                      </a:r>
                      <a:endParaRPr lang="en-US" sz="600" spc="-25" dirty="0">
                        <a:latin typeface="Arial"/>
                        <a:ea typeface="Times New Roman"/>
                        <a:cs typeface="Times New Roman"/>
                      </a:endParaRPr>
                    </a:p>
                  </a:txBody>
                  <a:tcPr marL="39919" marR="39919"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17375D"/>
                    </a:solidFill>
                  </a:tcPr>
                </a:tc>
                <a:tc>
                  <a:txBody>
                    <a:bodyPr/>
                    <a:lstStyle/>
                    <a:p>
                      <a:pPr marL="0" marR="0" algn="ctr">
                        <a:lnSpc>
                          <a:spcPts val="1200"/>
                        </a:lnSpc>
                        <a:spcBef>
                          <a:spcPts val="0"/>
                        </a:spcBef>
                        <a:spcAft>
                          <a:spcPts val="0"/>
                        </a:spcAft>
                      </a:pPr>
                      <a:r>
                        <a:rPr lang="en-US" sz="600" b="1" spc="0" dirty="0">
                          <a:solidFill>
                            <a:srgbClr val="FFFFFF"/>
                          </a:solidFill>
                          <a:latin typeface="Times New Roman"/>
                          <a:ea typeface="Times New Roman"/>
                          <a:cs typeface="Times New Roman"/>
                        </a:rPr>
                        <a:t>Object Name</a:t>
                      </a:r>
                      <a:endParaRPr lang="en-US" sz="600" spc="-25" dirty="0">
                        <a:latin typeface="Arial"/>
                        <a:ea typeface="Times New Roman"/>
                        <a:cs typeface="Times New Roman"/>
                      </a:endParaRPr>
                    </a:p>
                  </a:txBody>
                  <a:tcPr marL="39919" marR="39919"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17375D"/>
                    </a:solidFill>
                  </a:tcPr>
                </a:tc>
                <a:tc>
                  <a:txBody>
                    <a:bodyPr/>
                    <a:lstStyle/>
                    <a:p>
                      <a:pPr marL="0" marR="0" algn="ctr">
                        <a:lnSpc>
                          <a:spcPts val="1200"/>
                        </a:lnSpc>
                        <a:spcBef>
                          <a:spcPts val="0"/>
                        </a:spcBef>
                        <a:spcAft>
                          <a:spcPts val="0"/>
                        </a:spcAft>
                      </a:pPr>
                      <a:r>
                        <a:rPr lang="en-US" sz="600" b="1" spc="0" dirty="0">
                          <a:solidFill>
                            <a:srgbClr val="FFFFFF"/>
                          </a:solidFill>
                          <a:latin typeface="Times New Roman"/>
                          <a:ea typeface="Times New Roman"/>
                          <a:cs typeface="Times New Roman"/>
                        </a:rPr>
                        <a:t>Description</a:t>
                      </a:r>
                      <a:endParaRPr lang="en-US" sz="600" spc="-25" dirty="0">
                        <a:latin typeface="Arial"/>
                        <a:ea typeface="Times New Roman"/>
                        <a:cs typeface="Times New Roman"/>
                      </a:endParaRPr>
                    </a:p>
                  </a:txBody>
                  <a:tcPr marL="39919" marR="39919"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17375D"/>
                    </a:solidFill>
                  </a:tcPr>
                </a:tc>
                <a:tc>
                  <a:txBody>
                    <a:bodyPr/>
                    <a:lstStyle/>
                    <a:p>
                      <a:pPr marL="0" marR="0" algn="ctr">
                        <a:lnSpc>
                          <a:spcPts val="1200"/>
                        </a:lnSpc>
                        <a:spcBef>
                          <a:spcPts val="0"/>
                        </a:spcBef>
                        <a:spcAft>
                          <a:spcPts val="0"/>
                        </a:spcAft>
                      </a:pPr>
                      <a:r>
                        <a:rPr lang="en-US" sz="600" b="1" spc="0" dirty="0">
                          <a:solidFill>
                            <a:srgbClr val="FFFFFF"/>
                          </a:solidFill>
                          <a:latin typeface="Times New Roman"/>
                          <a:ea typeface="Times New Roman"/>
                          <a:cs typeface="Times New Roman"/>
                        </a:rPr>
                        <a:t>Type</a:t>
                      </a:r>
                      <a:endParaRPr lang="en-US" sz="600" spc="-25" dirty="0">
                        <a:latin typeface="Arial"/>
                        <a:ea typeface="Times New Roman"/>
                        <a:cs typeface="Times New Roman"/>
                      </a:endParaRPr>
                    </a:p>
                  </a:txBody>
                  <a:tcPr marL="39919" marR="39919"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17375D"/>
                    </a:solidFill>
                  </a:tcPr>
                </a:tc>
                <a:tc>
                  <a:txBody>
                    <a:bodyPr/>
                    <a:lstStyle/>
                    <a:p>
                      <a:pPr marL="0" marR="0" algn="ctr">
                        <a:lnSpc>
                          <a:spcPts val="1200"/>
                        </a:lnSpc>
                        <a:spcBef>
                          <a:spcPts val="0"/>
                        </a:spcBef>
                        <a:spcAft>
                          <a:spcPts val="0"/>
                        </a:spcAft>
                      </a:pPr>
                      <a:r>
                        <a:rPr lang="en-US" sz="600" b="1" spc="0" dirty="0">
                          <a:solidFill>
                            <a:srgbClr val="FFFFFF"/>
                          </a:solidFill>
                          <a:latin typeface="Times New Roman"/>
                          <a:ea typeface="Times New Roman"/>
                          <a:cs typeface="Times New Roman"/>
                        </a:rPr>
                        <a:t>New/Change</a:t>
                      </a:r>
                      <a:endParaRPr lang="en-US" sz="600" spc="-25" dirty="0">
                        <a:latin typeface="Arial"/>
                        <a:ea typeface="Times New Roman"/>
                        <a:cs typeface="Times New Roman"/>
                      </a:endParaRPr>
                    </a:p>
                  </a:txBody>
                  <a:tcPr marL="39919" marR="39919"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17375D"/>
                    </a:solidFill>
                  </a:tcPr>
                </a:tc>
                <a:extLst>
                  <a:ext uri="{0D108BD9-81ED-4DB2-BD59-A6C34878D82A}">
                    <a16:rowId xmlns:a16="http://schemas.microsoft.com/office/drawing/2014/main" val="10000"/>
                  </a:ext>
                </a:extLst>
              </a:tr>
              <a:tr h="456552">
                <a:tc>
                  <a:txBody>
                    <a:bodyPr/>
                    <a:lstStyle/>
                    <a:p>
                      <a:pPr marL="228600" marR="0" algn="just">
                        <a:lnSpc>
                          <a:spcPts val="1200"/>
                        </a:lnSpc>
                        <a:spcBef>
                          <a:spcPts val="0"/>
                        </a:spcBef>
                        <a:spcAft>
                          <a:spcPts val="0"/>
                        </a:spcAft>
                      </a:pPr>
                      <a:r>
                        <a:rPr lang="en-US" sz="900" b="1" spc="0" dirty="0">
                          <a:latin typeface="Times New Roman"/>
                          <a:ea typeface="Times New Roman"/>
                          <a:cs typeface="Times New Roman"/>
                        </a:rPr>
                        <a:t>1</a:t>
                      </a:r>
                      <a:endParaRPr lang="en-US" sz="900" b="1" spc="-25" dirty="0">
                        <a:latin typeface="Arial"/>
                        <a:ea typeface="Times New Roman"/>
                        <a:cs typeface="Times New Roman"/>
                      </a:endParaRPr>
                    </a:p>
                  </a:txBody>
                  <a:tcPr marL="39919" marR="39919"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just">
                        <a:lnSpc>
                          <a:spcPts val="1200"/>
                        </a:lnSpc>
                        <a:spcBef>
                          <a:spcPts val="0"/>
                        </a:spcBef>
                        <a:spcAft>
                          <a:spcPts val="0"/>
                        </a:spcAft>
                      </a:pPr>
                      <a:r>
                        <a:rPr lang="en-US" sz="900" b="1" spc="0" dirty="0">
                          <a:latin typeface="Times New Roman"/>
                          <a:ea typeface="Times New Roman"/>
                          <a:cs typeface="Times New Roman"/>
                        </a:rPr>
                        <a:t>POSC310 </a:t>
                      </a:r>
                      <a:endParaRPr lang="en-US" sz="900" b="1" spc="-25" dirty="0">
                        <a:latin typeface="Arial"/>
                        <a:ea typeface="Times New Roman"/>
                        <a:cs typeface="Times New Roman"/>
                      </a:endParaRPr>
                    </a:p>
                  </a:txBody>
                  <a:tcPr marL="39919" marR="39919"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just">
                        <a:lnSpc>
                          <a:spcPts val="1200"/>
                        </a:lnSpc>
                        <a:spcBef>
                          <a:spcPts val="0"/>
                        </a:spcBef>
                        <a:spcAft>
                          <a:spcPts val="0"/>
                        </a:spcAft>
                      </a:pPr>
                      <a:r>
                        <a:rPr lang="en-US" sz="900" b="1" spc="0" dirty="0">
                          <a:latin typeface="Times New Roman"/>
                          <a:ea typeface="Times New Roman"/>
                          <a:cs typeface="Times New Roman"/>
                        </a:rPr>
                        <a:t>Validate Credit Card Data &amp; Create Tape (Changes required to support sftp of new file after completion of credit card processing i.e. 5,7.8).</a:t>
                      </a:r>
                      <a:endParaRPr lang="en-US" sz="900" b="1" spc="-25" dirty="0">
                        <a:latin typeface="Arial"/>
                        <a:ea typeface="Times New Roman"/>
                        <a:cs typeface="Times New Roman"/>
                      </a:endParaRPr>
                    </a:p>
                    <a:p>
                      <a:pPr marL="0" marR="0" algn="just">
                        <a:lnSpc>
                          <a:spcPts val="1200"/>
                        </a:lnSpc>
                        <a:spcBef>
                          <a:spcPts val="0"/>
                        </a:spcBef>
                        <a:spcAft>
                          <a:spcPts val="0"/>
                        </a:spcAft>
                      </a:pPr>
                      <a:r>
                        <a:rPr lang="en-US" sz="900" b="1" spc="0" dirty="0">
                          <a:latin typeface="Times New Roman"/>
                          <a:ea typeface="Times New Roman"/>
                          <a:cs typeface="Times New Roman"/>
                        </a:rPr>
                        <a:t>New parameter ‘H’ introduced for .... batch report generation with label changes on report.</a:t>
                      </a:r>
                      <a:endParaRPr lang="en-US" sz="900" b="1" spc="-25" dirty="0">
                        <a:latin typeface="Arial"/>
                        <a:ea typeface="Times New Roman"/>
                        <a:cs typeface="Times New Roman"/>
                      </a:endParaRPr>
                    </a:p>
                  </a:txBody>
                  <a:tcPr marL="39919" marR="39919"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just">
                        <a:lnSpc>
                          <a:spcPts val="1200"/>
                        </a:lnSpc>
                        <a:spcBef>
                          <a:spcPts val="0"/>
                        </a:spcBef>
                        <a:spcAft>
                          <a:spcPts val="0"/>
                        </a:spcAft>
                      </a:pPr>
                      <a:r>
                        <a:rPr lang="en-US" sz="900" b="1" spc="0" dirty="0">
                          <a:latin typeface="Times New Roman"/>
                          <a:ea typeface="Times New Roman"/>
                          <a:cs typeface="Times New Roman"/>
                        </a:rPr>
                        <a:t>CLP</a:t>
                      </a:r>
                      <a:endParaRPr lang="en-US" sz="900" b="1" spc="-25" dirty="0">
                        <a:latin typeface="Arial"/>
                        <a:ea typeface="Times New Roman"/>
                        <a:cs typeface="Times New Roman"/>
                      </a:endParaRPr>
                    </a:p>
                  </a:txBody>
                  <a:tcPr marL="39919" marR="39919"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just">
                        <a:lnSpc>
                          <a:spcPts val="1200"/>
                        </a:lnSpc>
                        <a:spcBef>
                          <a:spcPts val="0"/>
                        </a:spcBef>
                        <a:spcAft>
                          <a:spcPts val="0"/>
                        </a:spcAft>
                      </a:pPr>
                      <a:r>
                        <a:rPr lang="en-US" sz="900" b="1" spc="0" dirty="0">
                          <a:latin typeface="Times New Roman"/>
                          <a:ea typeface="Times New Roman"/>
                          <a:cs typeface="Times New Roman"/>
                        </a:rPr>
                        <a:t>Change</a:t>
                      </a:r>
                      <a:endParaRPr lang="en-US" sz="900" b="1" spc="-25" dirty="0">
                        <a:latin typeface="Arial"/>
                        <a:ea typeface="Times New Roman"/>
                        <a:cs typeface="Times New Roman"/>
                      </a:endParaRPr>
                    </a:p>
                  </a:txBody>
                  <a:tcPr marL="39919" marR="39919"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225611">
                <a:tc>
                  <a:txBody>
                    <a:bodyPr/>
                    <a:lstStyle/>
                    <a:p>
                      <a:pPr marL="228600" marR="0" algn="just">
                        <a:lnSpc>
                          <a:spcPts val="1200"/>
                        </a:lnSpc>
                        <a:spcBef>
                          <a:spcPts val="0"/>
                        </a:spcBef>
                        <a:spcAft>
                          <a:spcPts val="0"/>
                        </a:spcAft>
                      </a:pPr>
                      <a:r>
                        <a:rPr lang="en-US" sz="900" b="1" spc="0" dirty="0">
                          <a:latin typeface="Times New Roman"/>
                          <a:ea typeface="Times New Roman"/>
                          <a:cs typeface="Times New Roman"/>
                        </a:rPr>
                        <a:t>2</a:t>
                      </a:r>
                      <a:endParaRPr lang="en-US" sz="900" b="1" spc="-25" dirty="0">
                        <a:latin typeface="Arial"/>
                        <a:ea typeface="Times New Roman"/>
                        <a:cs typeface="Times New Roman"/>
                      </a:endParaRPr>
                    </a:p>
                  </a:txBody>
                  <a:tcPr marL="39919" marR="39919"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just">
                        <a:lnSpc>
                          <a:spcPts val="1200"/>
                        </a:lnSpc>
                        <a:spcBef>
                          <a:spcPts val="0"/>
                        </a:spcBef>
                        <a:spcAft>
                          <a:spcPts val="0"/>
                        </a:spcAft>
                      </a:pPr>
                      <a:r>
                        <a:rPr lang="en-US" sz="900" b="1" spc="0" dirty="0">
                          <a:latin typeface="Times New Roman"/>
                          <a:ea typeface="Times New Roman"/>
                          <a:cs typeface="Times New Roman"/>
                        </a:rPr>
                        <a:t>POSC317</a:t>
                      </a:r>
                      <a:endParaRPr lang="en-US" sz="900" b="1" spc="-25" dirty="0">
                        <a:latin typeface="Arial"/>
                        <a:ea typeface="Times New Roman"/>
                        <a:cs typeface="Times New Roman"/>
                      </a:endParaRPr>
                    </a:p>
                  </a:txBody>
                  <a:tcPr marL="39919" marR="39919"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just">
                        <a:lnSpc>
                          <a:spcPts val="1200"/>
                        </a:lnSpc>
                        <a:spcBef>
                          <a:spcPts val="0"/>
                        </a:spcBef>
                        <a:spcAft>
                          <a:spcPts val="0"/>
                        </a:spcAft>
                      </a:pPr>
                      <a:r>
                        <a:rPr lang="en-US" sz="900" b="1" spc="0" dirty="0">
                          <a:latin typeface="Times New Roman"/>
                          <a:ea typeface="Times New Roman"/>
                          <a:cs typeface="Times New Roman"/>
                        </a:rPr>
                        <a:t>Create Streamline output files </a:t>
                      </a:r>
                      <a:endParaRPr lang="en-US" sz="900" b="1" spc="-25" dirty="0">
                        <a:latin typeface="Arial"/>
                        <a:ea typeface="Times New Roman"/>
                        <a:cs typeface="Times New Roman"/>
                      </a:endParaRPr>
                    </a:p>
                  </a:txBody>
                  <a:tcPr marL="39919" marR="39919"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just">
                        <a:lnSpc>
                          <a:spcPts val="1200"/>
                        </a:lnSpc>
                        <a:spcBef>
                          <a:spcPts val="0"/>
                        </a:spcBef>
                        <a:spcAft>
                          <a:spcPts val="0"/>
                        </a:spcAft>
                      </a:pPr>
                      <a:r>
                        <a:rPr lang="en-US" sz="900" b="1" spc="0" dirty="0">
                          <a:latin typeface="Times New Roman"/>
                          <a:ea typeface="Times New Roman"/>
                          <a:cs typeface="Times New Roman"/>
                        </a:rPr>
                        <a:t>CLP</a:t>
                      </a:r>
                      <a:endParaRPr lang="en-US" sz="900" b="1" spc="-25" dirty="0">
                        <a:latin typeface="Arial"/>
                        <a:ea typeface="Times New Roman"/>
                        <a:cs typeface="Times New Roman"/>
                      </a:endParaRPr>
                    </a:p>
                  </a:txBody>
                  <a:tcPr marL="39919" marR="39919"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just">
                        <a:lnSpc>
                          <a:spcPts val="1200"/>
                        </a:lnSpc>
                        <a:spcBef>
                          <a:spcPts val="0"/>
                        </a:spcBef>
                        <a:spcAft>
                          <a:spcPts val="0"/>
                        </a:spcAft>
                      </a:pPr>
                      <a:r>
                        <a:rPr lang="en-US" sz="900" b="1" spc="0" dirty="0">
                          <a:latin typeface="Times New Roman"/>
                          <a:ea typeface="Times New Roman"/>
                          <a:cs typeface="Times New Roman"/>
                        </a:rPr>
                        <a:t>Change</a:t>
                      </a:r>
                      <a:endParaRPr lang="en-US" sz="900" b="1" spc="-25" dirty="0">
                        <a:latin typeface="Arial"/>
                        <a:ea typeface="Times New Roman"/>
                        <a:cs typeface="Times New Roman"/>
                      </a:endParaRPr>
                    </a:p>
                  </a:txBody>
                  <a:tcPr marL="39919" marR="39919"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r h="277142">
                <a:tc>
                  <a:txBody>
                    <a:bodyPr/>
                    <a:lstStyle/>
                    <a:p>
                      <a:pPr marL="228600" marR="0" algn="just">
                        <a:lnSpc>
                          <a:spcPts val="1200"/>
                        </a:lnSpc>
                        <a:spcBef>
                          <a:spcPts val="0"/>
                        </a:spcBef>
                        <a:spcAft>
                          <a:spcPts val="0"/>
                        </a:spcAft>
                      </a:pPr>
                      <a:r>
                        <a:rPr lang="en-US" sz="900" b="1" spc="0" dirty="0">
                          <a:latin typeface="Times New Roman"/>
                          <a:ea typeface="Times New Roman"/>
                          <a:cs typeface="Times New Roman"/>
                        </a:rPr>
                        <a:t>3</a:t>
                      </a:r>
                      <a:endParaRPr lang="en-US" sz="900" b="1" spc="-25" dirty="0">
                        <a:latin typeface="Arial"/>
                        <a:ea typeface="Times New Roman"/>
                        <a:cs typeface="Times New Roman"/>
                      </a:endParaRPr>
                    </a:p>
                  </a:txBody>
                  <a:tcPr marL="39919" marR="39919"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just">
                        <a:lnSpc>
                          <a:spcPts val="1200"/>
                        </a:lnSpc>
                        <a:spcBef>
                          <a:spcPts val="0"/>
                        </a:spcBef>
                        <a:spcAft>
                          <a:spcPts val="0"/>
                        </a:spcAft>
                      </a:pPr>
                      <a:r>
                        <a:rPr lang="en-US" sz="900" b="1" spc="0" dirty="0">
                          <a:latin typeface="Times New Roman"/>
                          <a:ea typeface="Times New Roman"/>
                          <a:cs typeface="Times New Roman"/>
                        </a:rPr>
                        <a:t>POSC327</a:t>
                      </a:r>
                      <a:endParaRPr lang="en-US" sz="900" b="1" spc="-25" dirty="0">
                        <a:latin typeface="Arial"/>
                        <a:ea typeface="Times New Roman"/>
                        <a:cs typeface="Times New Roman"/>
                      </a:endParaRPr>
                    </a:p>
                  </a:txBody>
                  <a:tcPr marL="39919" marR="39919"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just">
                        <a:lnSpc>
                          <a:spcPts val="1200"/>
                        </a:lnSpc>
                        <a:spcBef>
                          <a:spcPts val="0"/>
                        </a:spcBef>
                        <a:spcAft>
                          <a:spcPts val="0"/>
                        </a:spcAft>
                      </a:pPr>
                      <a:r>
                        <a:rPr lang="en-US" sz="900" b="1" spc="0" dirty="0">
                          <a:latin typeface="Times New Roman"/>
                          <a:ea typeface="Times New Roman"/>
                          <a:cs typeface="Times New Roman"/>
                        </a:rPr>
                        <a:t>Send Credit card transaction file via FTP </a:t>
                      </a:r>
                      <a:endParaRPr lang="en-US" sz="900" b="1" spc="-25" dirty="0">
                        <a:latin typeface="Arial"/>
                        <a:ea typeface="Times New Roman"/>
                        <a:cs typeface="Times New Roman"/>
                      </a:endParaRPr>
                    </a:p>
                  </a:txBody>
                  <a:tcPr marL="39919" marR="39919"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just">
                        <a:lnSpc>
                          <a:spcPts val="1200"/>
                        </a:lnSpc>
                        <a:spcBef>
                          <a:spcPts val="0"/>
                        </a:spcBef>
                        <a:spcAft>
                          <a:spcPts val="0"/>
                        </a:spcAft>
                      </a:pPr>
                      <a:r>
                        <a:rPr lang="en-US" sz="900" b="1" spc="0" dirty="0">
                          <a:latin typeface="Times New Roman"/>
                          <a:ea typeface="Times New Roman"/>
                          <a:cs typeface="Times New Roman"/>
                        </a:rPr>
                        <a:t>CLP</a:t>
                      </a:r>
                      <a:endParaRPr lang="en-US" sz="900" b="1" spc="-25" dirty="0">
                        <a:latin typeface="Arial"/>
                        <a:ea typeface="Times New Roman"/>
                        <a:cs typeface="Times New Roman"/>
                      </a:endParaRPr>
                    </a:p>
                  </a:txBody>
                  <a:tcPr marL="39919" marR="39919"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just">
                        <a:lnSpc>
                          <a:spcPts val="1200"/>
                        </a:lnSpc>
                        <a:spcBef>
                          <a:spcPts val="0"/>
                        </a:spcBef>
                        <a:spcAft>
                          <a:spcPts val="0"/>
                        </a:spcAft>
                      </a:pPr>
                      <a:r>
                        <a:rPr lang="en-US" sz="900" b="1" spc="0" dirty="0">
                          <a:latin typeface="Times New Roman"/>
                          <a:ea typeface="Times New Roman"/>
                          <a:cs typeface="Times New Roman"/>
                        </a:rPr>
                        <a:t>New</a:t>
                      </a:r>
                      <a:endParaRPr lang="en-US" sz="900" b="1" spc="-25" dirty="0">
                        <a:latin typeface="Arial"/>
                        <a:ea typeface="Times New Roman"/>
                        <a:cs typeface="Times New Roman"/>
                      </a:endParaRPr>
                    </a:p>
                  </a:txBody>
                  <a:tcPr marL="39919" marR="39919"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r h="214880">
                <a:tc>
                  <a:txBody>
                    <a:bodyPr/>
                    <a:lstStyle/>
                    <a:p>
                      <a:pPr marL="228600" marR="0" algn="just">
                        <a:lnSpc>
                          <a:spcPts val="1200"/>
                        </a:lnSpc>
                        <a:spcBef>
                          <a:spcPts val="0"/>
                        </a:spcBef>
                        <a:spcAft>
                          <a:spcPts val="0"/>
                        </a:spcAft>
                      </a:pPr>
                      <a:r>
                        <a:rPr lang="en-US" sz="900" b="1" spc="0" dirty="0">
                          <a:latin typeface="Times New Roman"/>
                          <a:ea typeface="Times New Roman"/>
                          <a:cs typeface="Times New Roman"/>
                        </a:rPr>
                        <a:t>4</a:t>
                      </a:r>
                      <a:endParaRPr lang="en-US" sz="900" b="1" spc="-25" dirty="0">
                        <a:latin typeface="Arial"/>
                        <a:ea typeface="Times New Roman"/>
                        <a:cs typeface="Times New Roman"/>
                      </a:endParaRPr>
                    </a:p>
                  </a:txBody>
                  <a:tcPr marL="39919" marR="39919"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just">
                        <a:lnSpc>
                          <a:spcPts val="1200"/>
                        </a:lnSpc>
                        <a:spcBef>
                          <a:spcPts val="0"/>
                        </a:spcBef>
                        <a:spcAft>
                          <a:spcPts val="0"/>
                        </a:spcAft>
                      </a:pPr>
                      <a:r>
                        <a:rPr lang="en-US" sz="900" b="1" spc="0" dirty="0">
                          <a:latin typeface="Times New Roman"/>
                          <a:ea typeface="Times New Roman"/>
                          <a:cs typeface="Times New Roman"/>
                        </a:rPr>
                        <a:t>POSC328</a:t>
                      </a:r>
                      <a:endParaRPr lang="en-US" sz="900" b="1" spc="-25" dirty="0">
                        <a:latin typeface="Arial"/>
                        <a:ea typeface="Times New Roman"/>
                        <a:cs typeface="Times New Roman"/>
                      </a:endParaRPr>
                    </a:p>
                  </a:txBody>
                  <a:tcPr marL="39919" marR="39919"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just">
                        <a:lnSpc>
                          <a:spcPts val="1200"/>
                        </a:lnSpc>
                        <a:spcBef>
                          <a:spcPts val="0"/>
                        </a:spcBef>
                        <a:spcAft>
                          <a:spcPts val="0"/>
                        </a:spcAft>
                      </a:pPr>
                      <a:r>
                        <a:rPr lang="en-US" sz="900" b="1" spc="0" dirty="0">
                          <a:latin typeface="Times New Roman"/>
                          <a:ea typeface="Times New Roman"/>
                          <a:cs typeface="Times New Roman"/>
                        </a:rPr>
                        <a:t>Receiving  Statement files via SFTP</a:t>
                      </a:r>
                      <a:endParaRPr lang="en-US" sz="900" b="1" spc="-25" dirty="0">
                        <a:latin typeface="Arial"/>
                        <a:ea typeface="Times New Roman"/>
                        <a:cs typeface="Times New Roman"/>
                      </a:endParaRPr>
                    </a:p>
                  </a:txBody>
                  <a:tcPr marL="39919" marR="39919"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just">
                        <a:lnSpc>
                          <a:spcPts val="1200"/>
                        </a:lnSpc>
                        <a:spcBef>
                          <a:spcPts val="0"/>
                        </a:spcBef>
                        <a:spcAft>
                          <a:spcPts val="0"/>
                        </a:spcAft>
                      </a:pPr>
                      <a:r>
                        <a:rPr lang="en-US" sz="900" b="1" spc="0" dirty="0">
                          <a:latin typeface="Times New Roman"/>
                          <a:ea typeface="Times New Roman"/>
                          <a:cs typeface="Times New Roman"/>
                        </a:rPr>
                        <a:t>CLP</a:t>
                      </a:r>
                      <a:endParaRPr lang="en-US" sz="900" b="1" spc="-25" dirty="0">
                        <a:latin typeface="Arial"/>
                        <a:ea typeface="Times New Roman"/>
                        <a:cs typeface="Times New Roman"/>
                      </a:endParaRPr>
                    </a:p>
                  </a:txBody>
                  <a:tcPr marL="39919" marR="39919"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just">
                        <a:lnSpc>
                          <a:spcPts val="1200"/>
                        </a:lnSpc>
                        <a:spcBef>
                          <a:spcPts val="0"/>
                        </a:spcBef>
                        <a:spcAft>
                          <a:spcPts val="0"/>
                        </a:spcAft>
                      </a:pPr>
                      <a:r>
                        <a:rPr lang="en-US" sz="900" b="1" spc="0" dirty="0">
                          <a:latin typeface="Times New Roman"/>
                          <a:ea typeface="Times New Roman"/>
                          <a:cs typeface="Times New Roman"/>
                        </a:rPr>
                        <a:t>New</a:t>
                      </a:r>
                      <a:endParaRPr lang="en-US" sz="900" b="1" spc="-25" dirty="0">
                        <a:latin typeface="Arial"/>
                        <a:ea typeface="Times New Roman"/>
                        <a:cs typeface="Times New Roman"/>
                      </a:endParaRPr>
                    </a:p>
                  </a:txBody>
                  <a:tcPr marL="39919" marR="39919"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4"/>
                  </a:ext>
                </a:extLst>
              </a:tr>
              <a:tr h="388961">
                <a:tc>
                  <a:txBody>
                    <a:bodyPr/>
                    <a:lstStyle/>
                    <a:p>
                      <a:pPr marL="228600" marR="0" algn="just">
                        <a:lnSpc>
                          <a:spcPts val="1200"/>
                        </a:lnSpc>
                        <a:spcBef>
                          <a:spcPts val="0"/>
                        </a:spcBef>
                        <a:spcAft>
                          <a:spcPts val="0"/>
                        </a:spcAft>
                      </a:pPr>
                      <a:r>
                        <a:rPr lang="en-US" sz="900" b="1" spc="0" dirty="0">
                          <a:latin typeface="Times New Roman"/>
                          <a:ea typeface="Times New Roman"/>
                          <a:cs typeface="Times New Roman"/>
                        </a:rPr>
                        <a:t>5</a:t>
                      </a:r>
                      <a:endParaRPr lang="en-US" sz="900" b="1" spc="-25" dirty="0">
                        <a:latin typeface="Arial"/>
                        <a:ea typeface="Times New Roman"/>
                        <a:cs typeface="Times New Roman"/>
                      </a:endParaRPr>
                    </a:p>
                  </a:txBody>
                  <a:tcPr marL="39919" marR="39919"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just">
                        <a:lnSpc>
                          <a:spcPts val="1200"/>
                        </a:lnSpc>
                        <a:spcBef>
                          <a:spcPts val="0"/>
                        </a:spcBef>
                        <a:spcAft>
                          <a:spcPts val="0"/>
                        </a:spcAft>
                      </a:pPr>
                      <a:r>
                        <a:rPr lang="en-US" sz="900" b="1" spc="0" dirty="0">
                          <a:latin typeface="Times New Roman"/>
                          <a:ea typeface="Times New Roman"/>
                          <a:cs typeface="Times New Roman"/>
                        </a:rPr>
                        <a:t>POSC105</a:t>
                      </a:r>
                      <a:endParaRPr lang="en-US" sz="900" b="1" spc="-25" dirty="0">
                        <a:latin typeface="Arial"/>
                        <a:ea typeface="Times New Roman"/>
                        <a:cs typeface="Times New Roman"/>
                      </a:endParaRPr>
                    </a:p>
                  </a:txBody>
                  <a:tcPr marL="39919" marR="39919"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just">
                        <a:lnSpc>
                          <a:spcPts val="1200"/>
                        </a:lnSpc>
                        <a:spcBef>
                          <a:spcPts val="0"/>
                        </a:spcBef>
                        <a:spcAft>
                          <a:spcPts val="0"/>
                        </a:spcAft>
                      </a:pPr>
                      <a:r>
                        <a:rPr lang="en-US" sz="900" b="1" spc="0" dirty="0">
                          <a:latin typeface="Times New Roman"/>
                          <a:ea typeface="Times New Roman"/>
                          <a:cs typeface="Times New Roman"/>
                        </a:rPr>
                        <a:t>Menu Program ,allows Create and Recreate Batch</a:t>
                      </a:r>
                      <a:endParaRPr lang="en-US" sz="900" b="1" spc="-25" dirty="0">
                        <a:latin typeface="Arial"/>
                        <a:ea typeface="Times New Roman"/>
                        <a:cs typeface="Times New Roman"/>
                      </a:endParaRPr>
                    </a:p>
                    <a:p>
                      <a:pPr marL="0" marR="0" algn="just">
                        <a:lnSpc>
                          <a:spcPts val="1200"/>
                        </a:lnSpc>
                        <a:spcBef>
                          <a:spcPts val="0"/>
                        </a:spcBef>
                        <a:spcAft>
                          <a:spcPts val="0"/>
                        </a:spcAft>
                      </a:pPr>
                      <a:r>
                        <a:rPr lang="en-US" sz="900" b="1" spc="0" dirty="0">
                          <a:latin typeface="Times New Roman"/>
                          <a:ea typeface="Times New Roman"/>
                          <a:cs typeface="Times New Roman"/>
                        </a:rPr>
                        <a:t>New parameter introduced for report generation</a:t>
                      </a:r>
                      <a:endParaRPr lang="en-US" sz="900" b="1" spc="-25" dirty="0">
                        <a:latin typeface="Arial"/>
                        <a:ea typeface="Times New Roman"/>
                        <a:cs typeface="Times New Roman"/>
                      </a:endParaRPr>
                    </a:p>
                  </a:txBody>
                  <a:tcPr marL="39919" marR="39919"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just">
                        <a:lnSpc>
                          <a:spcPts val="1200"/>
                        </a:lnSpc>
                        <a:spcBef>
                          <a:spcPts val="0"/>
                        </a:spcBef>
                        <a:spcAft>
                          <a:spcPts val="0"/>
                        </a:spcAft>
                      </a:pPr>
                      <a:r>
                        <a:rPr lang="en-US" sz="900" b="1" spc="0" dirty="0">
                          <a:latin typeface="Times New Roman"/>
                          <a:ea typeface="Times New Roman"/>
                          <a:cs typeface="Times New Roman"/>
                        </a:rPr>
                        <a:t>CLP</a:t>
                      </a:r>
                      <a:endParaRPr lang="en-US" sz="900" b="1" spc="-25" dirty="0">
                        <a:latin typeface="Arial"/>
                        <a:ea typeface="Times New Roman"/>
                        <a:cs typeface="Times New Roman"/>
                      </a:endParaRPr>
                    </a:p>
                  </a:txBody>
                  <a:tcPr marL="39919" marR="39919"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just">
                        <a:lnSpc>
                          <a:spcPts val="1200"/>
                        </a:lnSpc>
                        <a:spcBef>
                          <a:spcPts val="0"/>
                        </a:spcBef>
                        <a:spcAft>
                          <a:spcPts val="0"/>
                        </a:spcAft>
                      </a:pPr>
                      <a:r>
                        <a:rPr lang="en-US" sz="900" b="1" spc="0" dirty="0">
                          <a:latin typeface="Times New Roman"/>
                          <a:ea typeface="Times New Roman"/>
                          <a:cs typeface="Times New Roman"/>
                        </a:rPr>
                        <a:t>Change</a:t>
                      </a:r>
                      <a:endParaRPr lang="en-US" sz="900" b="1" spc="-25" dirty="0">
                        <a:latin typeface="Arial"/>
                        <a:ea typeface="Times New Roman"/>
                        <a:cs typeface="Times New Roman"/>
                      </a:endParaRPr>
                    </a:p>
                  </a:txBody>
                  <a:tcPr marL="39919" marR="39919"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5"/>
                  </a:ext>
                </a:extLst>
              </a:tr>
              <a:tr h="247073">
                <a:tc>
                  <a:txBody>
                    <a:bodyPr/>
                    <a:lstStyle/>
                    <a:p>
                      <a:pPr marL="228600" marR="0" algn="just">
                        <a:lnSpc>
                          <a:spcPts val="1200"/>
                        </a:lnSpc>
                        <a:spcBef>
                          <a:spcPts val="0"/>
                        </a:spcBef>
                        <a:spcAft>
                          <a:spcPts val="0"/>
                        </a:spcAft>
                      </a:pPr>
                      <a:r>
                        <a:rPr lang="en-US" sz="900" b="1" spc="0" dirty="0">
                          <a:latin typeface="Times New Roman"/>
                          <a:ea typeface="Times New Roman"/>
                          <a:cs typeface="Times New Roman"/>
                        </a:rPr>
                        <a:t>6</a:t>
                      </a:r>
                      <a:endParaRPr lang="en-US" sz="900" b="1" spc="-25" dirty="0">
                        <a:latin typeface="Arial"/>
                        <a:ea typeface="Times New Roman"/>
                        <a:cs typeface="Times New Roman"/>
                      </a:endParaRPr>
                    </a:p>
                  </a:txBody>
                  <a:tcPr marL="39919" marR="39919"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just">
                        <a:lnSpc>
                          <a:spcPts val="1200"/>
                        </a:lnSpc>
                        <a:spcBef>
                          <a:spcPts val="0"/>
                        </a:spcBef>
                        <a:spcAft>
                          <a:spcPts val="0"/>
                        </a:spcAft>
                      </a:pPr>
                      <a:r>
                        <a:rPr lang="en-US" sz="900" b="1" spc="0" dirty="0">
                          <a:latin typeface="Times New Roman"/>
                          <a:ea typeface="Times New Roman"/>
                          <a:cs typeface="Times New Roman"/>
                        </a:rPr>
                        <a:t>POSB314</a:t>
                      </a:r>
                      <a:endParaRPr lang="en-US" sz="900" b="1" spc="-25" dirty="0">
                        <a:latin typeface="Arial"/>
                        <a:ea typeface="Times New Roman"/>
                        <a:cs typeface="Times New Roman"/>
                      </a:endParaRPr>
                    </a:p>
                  </a:txBody>
                  <a:tcPr marL="39919" marR="39919"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just">
                        <a:lnSpc>
                          <a:spcPts val="1200"/>
                        </a:lnSpc>
                        <a:spcBef>
                          <a:spcPts val="0"/>
                        </a:spcBef>
                        <a:spcAft>
                          <a:spcPts val="0"/>
                        </a:spcAft>
                      </a:pPr>
                      <a:r>
                        <a:rPr lang="en-US" sz="900" b="1" spc="0" dirty="0">
                          <a:latin typeface="Times New Roman"/>
                          <a:ea typeface="Times New Roman"/>
                          <a:cs typeface="Times New Roman"/>
                        </a:rPr>
                        <a:t>To Populate Batch Header File</a:t>
                      </a:r>
                      <a:endParaRPr lang="en-US" sz="900" b="1" spc="-25" dirty="0">
                        <a:latin typeface="Arial"/>
                        <a:ea typeface="Times New Roman"/>
                        <a:cs typeface="Times New Roman"/>
                      </a:endParaRPr>
                    </a:p>
                  </a:txBody>
                  <a:tcPr marL="39919" marR="39919"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just">
                        <a:lnSpc>
                          <a:spcPts val="1200"/>
                        </a:lnSpc>
                        <a:spcBef>
                          <a:spcPts val="0"/>
                        </a:spcBef>
                        <a:spcAft>
                          <a:spcPts val="0"/>
                        </a:spcAft>
                      </a:pPr>
                      <a:r>
                        <a:rPr lang="en-US" sz="900" b="1" spc="0" dirty="0">
                          <a:latin typeface="Times New Roman"/>
                          <a:ea typeface="Times New Roman"/>
                          <a:cs typeface="Times New Roman"/>
                        </a:rPr>
                        <a:t>CBL</a:t>
                      </a:r>
                      <a:endParaRPr lang="en-US" sz="900" b="1" spc="-25" dirty="0">
                        <a:latin typeface="Arial"/>
                        <a:ea typeface="Times New Roman"/>
                        <a:cs typeface="Times New Roman"/>
                      </a:endParaRPr>
                    </a:p>
                  </a:txBody>
                  <a:tcPr marL="39919" marR="39919"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just">
                        <a:lnSpc>
                          <a:spcPts val="1200"/>
                        </a:lnSpc>
                        <a:spcBef>
                          <a:spcPts val="0"/>
                        </a:spcBef>
                        <a:spcAft>
                          <a:spcPts val="0"/>
                        </a:spcAft>
                      </a:pPr>
                      <a:r>
                        <a:rPr lang="en-US" sz="900" b="1" spc="0" dirty="0">
                          <a:latin typeface="Times New Roman"/>
                          <a:ea typeface="Times New Roman"/>
                          <a:cs typeface="Times New Roman"/>
                        </a:rPr>
                        <a:t>New</a:t>
                      </a:r>
                      <a:endParaRPr lang="en-US" sz="900" b="1" spc="-25" dirty="0">
                        <a:latin typeface="Arial"/>
                        <a:ea typeface="Times New Roman"/>
                        <a:cs typeface="Times New Roman"/>
                      </a:endParaRPr>
                    </a:p>
                  </a:txBody>
                  <a:tcPr marL="39919" marR="39919"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6"/>
                  </a:ext>
                </a:extLst>
              </a:tr>
              <a:tr h="608735">
                <a:tc>
                  <a:txBody>
                    <a:bodyPr/>
                    <a:lstStyle/>
                    <a:p>
                      <a:pPr marL="228600" marR="0" algn="just">
                        <a:lnSpc>
                          <a:spcPts val="1200"/>
                        </a:lnSpc>
                        <a:spcBef>
                          <a:spcPts val="0"/>
                        </a:spcBef>
                        <a:spcAft>
                          <a:spcPts val="0"/>
                        </a:spcAft>
                      </a:pPr>
                      <a:r>
                        <a:rPr lang="en-US" sz="900" b="1" spc="0" dirty="0">
                          <a:latin typeface="Times New Roman"/>
                          <a:ea typeface="Times New Roman"/>
                          <a:cs typeface="Times New Roman"/>
                        </a:rPr>
                        <a:t>7</a:t>
                      </a:r>
                      <a:endParaRPr lang="en-US" sz="900" b="1" spc="-25" dirty="0">
                        <a:latin typeface="Arial"/>
                        <a:ea typeface="Times New Roman"/>
                        <a:cs typeface="Times New Roman"/>
                      </a:endParaRPr>
                    </a:p>
                  </a:txBody>
                  <a:tcPr marL="39919" marR="39919"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just">
                        <a:lnSpc>
                          <a:spcPts val="1200"/>
                        </a:lnSpc>
                        <a:spcBef>
                          <a:spcPts val="0"/>
                        </a:spcBef>
                        <a:spcAft>
                          <a:spcPts val="0"/>
                        </a:spcAft>
                      </a:pPr>
                      <a:r>
                        <a:rPr lang="en-US" sz="900" b="1" spc="0" dirty="0">
                          <a:latin typeface="Times New Roman"/>
                          <a:ea typeface="Times New Roman"/>
                          <a:cs typeface="Times New Roman"/>
                        </a:rPr>
                        <a:t>POSB323</a:t>
                      </a:r>
                      <a:endParaRPr lang="en-US" sz="900" b="1" spc="-25" dirty="0">
                        <a:latin typeface="Arial"/>
                        <a:ea typeface="Times New Roman"/>
                        <a:cs typeface="Times New Roman"/>
                      </a:endParaRPr>
                    </a:p>
                  </a:txBody>
                  <a:tcPr marL="39919" marR="39919"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ts val="1200"/>
                        </a:lnSpc>
                        <a:spcBef>
                          <a:spcPts val="0"/>
                        </a:spcBef>
                        <a:spcAft>
                          <a:spcPts val="0"/>
                        </a:spcAft>
                      </a:pPr>
                      <a:r>
                        <a:rPr lang="en-US" sz="900" b="1" spc="0" dirty="0">
                          <a:latin typeface="Times New Roman"/>
                          <a:ea typeface="Times New Roman"/>
                          <a:cs typeface="Times New Roman"/>
                        </a:rPr>
                        <a:t>Create New File for CC Processing  (Write transaction records only in POSP084HWK). New flag (CCM ,FFM) added to POSPBINR Refer the file POSPBINR and load the data in array. For conversion create new customer instruction translation table (POSPCUSINS) and generate the settlement for accordingly with construction instructions field translated.</a:t>
                      </a:r>
                      <a:endParaRPr lang="en-US" sz="900" b="1" spc="-25" dirty="0">
                        <a:latin typeface="Arial"/>
                        <a:ea typeface="Times New Roman"/>
                        <a:cs typeface="Times New Roman"/>
                      </a:endParaRPr>
                    </a:p>
                  </a:txBody>
                  <a:tcPr marL="39919" marR="39919"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just">
                        <a:lnSpc>
                          <a:spcPts val="1200"/>
                        </a:lnSpc>
                        <a:spcBef>
                          <a:spcPts val="0"/>
                        </a:spcBef>
                        <a:spcAft>
                          <a:spcPts val="0"/>
                        </a:spcAft>
                      </a:pPr>
                      <a:r>
                        <a:rPr lang="en-US" sz="900" b="1" spc="0" dirty="0">
                          <a:latin typeface="Times New Roman"/>
                          <a:ea typeface="Times New Roman"/>
                          <a:cs typeface="Times New Roman"/>
                        </a:rPr>
                        <a:t>CBL</a:t>
                      </a:r>
                      <a:endParaRPr lang="en-US" sz="900" b="1" spc="-25" dirty="0">
                        <a:latin typeface="Arial"/>
                        <a:ea typeface="Times New Roman"/>
                        <a:cs typeface="Times New Roman"/>
                      </a:endParaRPr>
                    </a:p>
                  </a:txBody>
                  <a:tcPr marL="39919" marR="39919"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just">
                        <a:lnSpc>
                          <a:spcPts val="1200"/>
                        </a:lnSpc>
                        <a:spcBef>
                          <a:spcPts val="0"/>
                        </a:spcBef>
                        <a:spcAft>
                          <a:spcPts val="0"/>
                        </a:spcAft>
                      </a:pPr>
                      <a:r>
                        <a:rPr lang="en-US" sz="900" b="1" spc="0" dirty="0">
                          <a:latin typeface="Times New Roman"/>
                          <a:ea typeface="Times New Roman"/>
                          <a:cs typeface="Times New Roman"/>
                        </a:rPr>
                        <a:t>New</a:t>
                      </a:r>
                      <a:endParaRPr lang="en-US" sz="900" b="1" spc="-25" dirty="0">
                        <a:latin typeface="Arial"/>
                        <a:ea typeface="Times New Roman"/>
                        <a:cs typeface="Times New Roman"/>
                      </a:endParaRPr>
                    </a:p>
                  </a:txBody>
                  <a:tcPr marL="39919" marR="39919"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7"/>
                  </a:ext>
                </a:extLst>
              </a:tr>
              <a:tr h="152184">
                <a:tc>
                  <a:txBody>
                    <a:bodyPr/>
                    <a:lstStyle/>
                    <a:p>
                      <a:pPr marL="228600" marR="0" algn="just">
                        <a:lnSpc>
                          <a:spcPts val="1200"/>
                        </a:lnSpc>
                        <a:spcBef>
                          <a:spcPts val="0"/>
                        </a:spcBef>
                        <a:spcAft>
                          <a:spcPts val="0"/>
                        </a:spcAft>
                      </a:pPr>
                      <a:r>
                        <a:rPr lang="en-US" sz="900" b="1" spc="0" dirty="0">
                          <a:latin typeface="Times New Roman"/>
                          <a:ea typeface="Times New Roman"/>
                          <a:cs typeface="Times New Roman"/>
                        </a:rPr>
                        <a:t>8</a:t>
                      </a:r>
                      <a:endParaRPr lang="en-US" sz="900" b="1" spc="-25" dirty="0">
                        <a:latin typeface="Arial"/>
                        <a:ea typeface="Times New Roman"/>
                        <a:cs typeface="Times New Roman"/>
                      </a:endParaRPr>
                    </a:p>
                  </a:txBody>
                  <a:tcPr marL="39919" marR="39919"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just">
                        <a:lnSpc>
                          <a:spcPts val="1200"/>
                        </a:lnSpc>
                        <a:spcBef>
                          <a:spcPts val="0"/>
                        </a:spcBef>
                        <a:spcAft>
                          <a:spcPts val="0"/>
                        </a:spcAft>
                      </a:pPr>
                      <a:r>
                        <a:rPr lang="en-US" sz="900" b="1" spc="0" dirty="0">
                          <a:latin typeface="Times New Roman"/>
                          <a:ea typeface="Times New Roman"/>
                          <a:cs typeface="Times New Roman"/>
                        </a:rPr>
                        <a:t>POSP084H</a:t>
                      </a:r>
                      <a:endParaRPr lang="en-US" sz="900" b="1" spc="-25" dirty="0">
                        <a:latin typeface="Arial"/>
                        <a:ea typeface="Times New Roman"/>
                        <a:cs typeface="Times New Roman"/>
                      </a:endParaRPr>
                    </a:p>
                  </a:txBody>
                  <a:tcPr marL="39919" marR="39919"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just">
                        <a:lnSpc>
                          <a:spcPts val="1200"/>
                        </a:lnSpc>
                        <a:spcBef>
                          <a:spcPts val="0"/>
                        </a:spcBef>
                        <a:spcAft>
                          <a:spcPts val="0"/>
                        </a:spcAft>
                      </a:pPr>
                      <a:r>
                        <a:rPr lang="en-US" sz="900" b="1" spc="0" dirty="0">
                          <a:latin typeface="Times New Roman"/>
                          <a:ea typeface="Times New Roman"/>
                          <a:cs typeface="Times New Roman"/>
                        </a:rPr>
                        <a:t>Transmission file </a:t>
                      </a:r>
                      <a:endParaRPr lang="en-US" sz="900" b="1" spc="-25" dirty="0">
                        <a:latin typeface="Arial"/>
                        <a:ea typeface="Times New Roman"/>
                        <a:cs typeface="Times New Roman"/>
                      </a:endParaRPr>
                    </a:p>
                  </a:txBody>
                  <a:tcPr marL="39919" marR="39919"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just">
                        <a:lnSpc>
                          <a:spcPts val="1200"/>
                        </a:lnSpc>
                        <a:spcBef>
                          <a:spcPts val="0"/>
                        </a:spcBef>
                        <a:spcAft>
                          <a:spcPts val="0"/>
                        </a:spcAft>
                      </a:pPr>
                      <a:r>
                        <a:rPr lang="en-US" sz="900" b="1" spc="0" dirty="0">
                          <a:latin typeface="Times New Roman"/>
                          <a:ea typeface="Times New Roman"/>
                          <a:cs typeface="Times New Roman"/>
                        </a:rPr>
                        <a:t>PF</a:t>
                      </a:r>
                      <a:endParaRPr lang="en-US" sz="900" b="1" spc="-25" dirty="0">
                        <a:latin typeface="Arial"/>
                        <a:ea typeface="Times New Roman"/>
                        <a:cs typeface="Times New Roman"/>
                      </a:endParaRPr>
                    </a:p>
                  </a:txBody>
                  <a:tcPr marL="39919" marR="39919"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just">
                        <a:lnSpc>
                          <a:spcPts val="1200"/>
                        </a:lnSpc>
                        <a:spcBef>
                          <a:spcPts val="0"/>
                        </a:spcBef>
                        <a:spcAft>
                          <a:spcPts val="0"/>
                        </a:spcAft>
                      </a:pPr>
                      <a:r>
                        <a:rPr lang="en-US" sz="900" b="1" spc="0" dirty="0">
                          <a:latin typeface="Times New Roman"/>
                          <a:ea typeface="Times New Roman"/>
                          <a:cs typeface="Times New Roman"/>
                        </a:rPr>
                        <a:t>New</a:t>
                      </a:r>
                      <a:endParaRPr lang="en-US" sz="900" b="1" spc="-25" dirty="0">
                        <a:latin typeface="Arial"/>
                        <a:ea typeface="Times New Roman"/>
                        <a:cs typeface="Times New Roman"/>
                      </a:endParaRPr>
                    </a:p>
                  </a:txBody>
                  <a:tcPr marL="39919" marR="39919"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8"/>
                  </a:ext>
                </a:extLst>
              </a:tr>
              <a:tr h="152184">
                <a:tc>
                  <a:txBody>
                    <a:bodyPr/>
                    <a:lstStyle/>
                    <a:p>
                      <a:pPr marL="228600" marR="0" algn="just">
                        <a:lnSpc>
                          <a:spcPts val="1200"/>
                        </a:lnSpc>
                        <a:spcBef>
                          <a:spcPts val="0"/>
                        </a:spcBef>
                        <a:spcAft>
                          <a:spcPts val="0"/>
                        </a:spcAft>
                      </a:pPr>
                      <a:r>
                        <a:rPr lang="en-US" sz="900" b="1" spc="0" dirty="0">
                          <a:latin typeface="Times New Roman"/>
                          <a:ea typeface="Times New Roman"/>
                          <a:cs typeface="Times New Roman"/>
                        </a:rPr>
                        <a:t>9</a:t>
                      </a:r>
                      <a:endParaRPr lang="en-US" sz="900" b="1" spc="-25" dirty="0">
                        <a:latin typeface="Arial"/>
                        <a:ea typeface="Times New Roman"/>
                        <a:cs typeface="Times New Roman"/>
                      </a:endParaRPr>
                    </a:p>
                  </a:txBody>
                  <a:tcPr marL="39919" marR="39919"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just">
                        <a:lnSpc>
                          <a:spcPts val="1200"/>
                        </a:lnSpc>
                        <a:spcBef>
                          <a:spcPts val="0"/>
                        </a:spcBef>
                        <a:spcAft>
                          <a:spcPts val="0"/>
                        </a:spcAft>
                      </a:pPr>
                      <a:r>
                        <a:rPr lang="en-US" sz="900" b="1" spc="0" dirty="0">
                          <a:latin typeface="Times New Roman"/>
                          <a:ea typeface="Times New Roman"/>
                          <a:cs typeface="Times New Roman"/>
                        </a:rPr>
                        <a:t>POSP084T</a:t>
                      </a:r>
                      <a:endParaRPr lang="en-US" sz="900" b="1" spc="-25" dirty="0">
                        <a:latin typeface="Arial"/>
                        <a:ea typeface="Times New Roman"/>
                        <a:cs typeface="Times New Roman"/>
                      </a:endParaRPr>
                    </a:p>
                  </a:txBody>
                  <a:tcPr marL="39919" marR="39919"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just">
                        <a:lnSpc>
                          <a:spcPts val="1200"/>
                        </a:lnSpc>
                        <a:spcBef>
                          <a:spcPts val="0"/>
                        </a:spcBef>
                        <a:spcAft>
                          <a:spcPts val="0"/>
                        </a:spcAft>
                      </a:pPr>
                      <a:r>
                        <a:rPr lang="en-US" sz="900" b="1" spc="0" dirty="0">
                          <a:latin typeface="Times New Roman"/>
                          <a:ea typeface="Times New Roman"/>
                          <a:cs typeface="Times New Roman"/>
                        </a:rPr>
                        <a:t>Acknowledgement (Statement) File </a:t>
                      </a:r>
                      <a:endParaRPr lang="en-US" sz="900" b="1" spc="-25" dirty="0">
                        <a:latin typeface="Arial"/>
                        <a:ea typeface="Times New Roman"/>
                        <a:cs typeface="Times New Roman"/>
                      </a:endParaRPr>
                    </a:p>
                  </a:txBody>
                  <a:tcPr marL="39919" marR="39919"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just">
                        <a:lnSpc>
                          <a:spcPts val="1200"/>
                        </a:lnSpc>
                        <a:spcBef>
                          <a:spcPts val="0"/>
                        </a:spcBef>
                        <a:spcAft>
                          <a:spcPts val="0"/>
                        </a:spcAft>
                      </a:pPr>
                      <a:r>
                        <a:rPr lang="en-US" sz="900" b="1" spc="0" dirty="0">
                          <a:latin typeface="Times New Roman"/>
                          <a:ea typeface="Times New Roman"/>
                          <a:cs typeface="Times New Roman"/>
                        </a:rPr>
                        <a:t>PF</a:t>
                      </a:r>
                      <a:endParaRPr lang="en-US" sz="900" b="1" spc="-25" dirty="0">
                        <a:latin typeface="Arial"/>
                        <a:ea typeface="Times New Roman"/>
                        <a:cs typeface="Times New Roman"/>
                      </a:endParaRPr>
                    </a:p>
                  </a:txBody>
                  <a:tcPr marL="39919" marR="39919"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just">
                        <a:lnSpc>
                          <a:spcPts val="1200"/>
                        </a:lnSpc>
                        <a:spcBef>
                          <a:spcPts val="0"/>
                        </a:spcBef>
                        <a:spcAft>
                          <a:spcPts val="0"/>
                        </a:spcAft>
                      </a:pPr>
                      <a:r>
                        <a:rPr lang="en-US" sz="900" b="1" spc="0" dirty="0">
                          <a:latin typeface="Times New Roman"/>
                          <a:ea typeface="Times New Roman"/>
                          <a:cs typeface="Times New Roman"/>
                        </a:rPr>
                        <a:t>New</a:t>
                      </a:r>
                      <a:endParaRPr lang="en-US" sz="900" b="1" spc="-25" dirty="0">
                        <a:latin typeface="Arial"/>
                        <a:ea typeface="Times New Roman"/>
                        <a:cs typeface="Times New Roman"/>
                      </a:endParaRPr>
                    </a:p>
                  </a:txBody>
                  <a:tcPr marL="39919" marR="39919"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9"/>
                  </a:ext>
                </a:extLst>
              </a:tr>
              <a:tr h="277142">
                <a:tc>
                  <a:txBody>
                    <a:bodyPr/>
                    <a:lstStyle/>
                    <a:p>
                      <a:pPr marL="0" marR="0" algn="just">
                        <a:lnSpc>
                          <a:spcPts val="1200"/>
                        </a:lnSpc>
                        <a:spcBef>
                          <a:spcPts val="0"/>
                        </a:spcBef>
                        <a:spcAft>
                          <a:spcPts val="0"/>
                        </a:spcAft>
                      </a:pPr>
                      <a:r>
                        <a:rPr lang="en-US" sz="900" b="1" spc="0" dirty="0">
                          <a:latin typeface="Times New Roman"/>
                          <a:ea typeface="Times New Roman"/>
                          <a:cs typeface="Times New Roman"/>
                        </a:rPr>
                        <a:t>       10</a:t>
                      </a:r>
                      <a:endParaRPr lang="en-US" sz="900" b="1" spc="-25" dirty="0">
                        <a:latin typeface="Arial"/>
                        <a:ea typeface="Times New Roman"/>
                        <a:cs typeface="Times New Roman"/>
                      </a:endParaRPr>
                    </a:p>
                  </a:txBody>
                  <a:tcPr marL="39919" marR="39919"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just">
                        <a:lnSpc>
                          <a:spcPts val="1200"/>
                        </a:lnSpc>
                        <a:spcBef>
                          <a:spcPts val="0"/>
                        </a:spcBef>
                        <a:spcAft>
                          <a:spcPts val="0"/>
                        </a:spcAft>
                      </a:pPr>
                      <a:r>
                        <a:rPr lang="en-US" sz="900" b="1" spc="0" dirty="0">
                          <a:latin typeface="Times New Roman"/>
                          <a:ea typeface="Times New Roman"/>
                          <a:cs typeface="Times New Roman"/>
                        </a:rPr>
                        <a:t>POSP084HWK</a:t>
                      </a:r>
                      <a:endParaRPr lang="en-US" sz="900" b="1" spc="-25" dirty="0">
                        <a:latin typeface="Arial"/>
                        <a:ea typeface="Times New Roman"/>
                        <a:cs typeface="Times New Roman"/>
                      </a:endParaRPr>
                    </a:p>
                  </a:txBody>
                  <a:tcPr marL="39919" marR="39919"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just">
                        <a:lnSpc>
                          <a:spcPts val="1200"/>
                        </a:lnSpc>
                        <a:spcBef>
                          <a:spcPts val="0"/>
                        </a:spcBef>
                        <a:spcAft>
                          <a:spcPts val="0"/>
                        </a:spcAft>
                      </a:pPr>
                      <a:r>
                        <a:rPr lang="en-US" sz="900" b="1" spc="0" dirty="0">
                          <a:latin typeface="Times New Roman"/>
                          <a:ea typeface="Times New Roman"/>
                          <a:cs typeface="Times New Roman"/>
                        </a:rPr>
                        <a:t>Contains transaction records for Cards </a:t>
                      </a:r>
                      <a:endParaRPr lang="en-US" sz="900" b="1" spc="-25" dirty="0">
                        <a:latin typeface="Arial"/>
                        <a:ea typeface="Times New Roman"/>
                        <a:cs typeface="Times New Roman"/>
                      </a:endParaRPr>
                    </a:p>
                  </a:txBody>
                  <a:tcPr marL="39919" marR="39919"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just">
                        <a:lnSpc>
                          <a:spcPts val="1200"/>
                        </a:lnSpc>
                        <a:spcBef>
                          <a:spcPts val="0"/>
                        </a:spcBef>
                        <a:spcAft>
                          <a:spcPts val="0"/>
                        </a:spcAft>
                      </a:pPr>
                      <a:r>
                        <a:rPr lang="en-US" sz="900" b="1" spc="0" dirty="0">
                          <a:latin typeface="Times New Roman"/>
                          <a:ea typeface="Times New Roman"/>
                          <a:cs typeface="Times New Roman"/>
                        </a:rPr>
                        <a:t>PF</a:t>
                      </a:r>
                      <a:endParaRPr lang="en-US" sz="900" b="1" spc="-25" dirty="0">
                        <a:latin typeface="Arial"/>
                        <a:ea typeface="Times New Roman"/>
                        <a:cs typeface="Times New Roman"/>
                      </a:endParaRPr>
                    </a:p>
                  </a:txBody>
                  <a:tcPr marL="39919" marR="39919"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just">
                        <a:lnSpc>
                          <a:spcPts val="1200"/>
                        </a:lnSpc>
                        <a:spcBef>
                          <a:spcPts val="0"/>
                        </a:spcBef>
                        <a:spcAft>
                          <a:spcPts val="0"/>
                        </a:spcAft>
                      </a:pPr>
                      <a:r>
                        <a:rPr lang="en-US" sz="900" b="1" spc="0" dirty="0">
                          <a:latin typeface="Times New Roman"/>
                          <a:ea typeface="Times New Roman"/>
                          <a:cs typeface="Times New Roman"/>
                        </a:rPr>
                        <a:t>New</a:t>
                      </a:r>
                      <a:endParaRPr lang="en-US" sz="900" b="1" spc="-25" dirty="0">
                        <a:latin typeface="Arial"/>
                        <a:ea typeface="Times New Roman"/>
                        <a:cs typeface="Times New Roman"/>
                      </a:endParaRPr>
                    </a:p>
                  </a:txBody>
                  <a:tcPr marL="39919" marR="39919"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10"/>
                  </a:ext>
                </a:extLst>
              </a:tr>
              <a:tr h="320252">
                <a:tc>
                  <a:txBody>
                    <a:bodyPr/>
                    <a:lstStyle/>
                    <a:p>
                      <a:pPr marL="0" marR="0" algn="just">
                        <a:lnSpc>
                          <a:spcPts val="1200"/>
                        </a:lnSpc>
                        <a:spcBef>
                          <a:spcPts val="0"/>
                        </a:spcBef>
                        <a:spcAft>
                          <a:spcPts val="0"/>
                        </a:spcAft>
                      </a:pPr>
                      <a:r>
                        <a:rPr lang="en-US" sz="900" b="1" spc="0" dirty="0">
                          <a:latin typeface="Times New Roman"/>
                          <a:ea typeface="Times New Roman"/>
                          <a:cs typeface="Times New Roman"/>
                        </a:rPr>
                        <a:t>       11</a:t>
                      </a:r>
                      <a:endParaRPr lang="en-US" sz="900" b="1" spc="-25" dirty="0">
                        <a:latin typeface="Arial"/>
                        <a:ea typeface="Times New Roman"/>
                        <a:cs typeface="Times New Roman"/>
                      </a:endParaRPr>
                    </a:p>
                  </a:txBody>
                  <a:tcPr marL="39919" marR="39919"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just">
                        <a:lnSpc>
                          <a:spcPts val="1200"/>
                        </a:lnSpc>
                        <a:spcBef>
                          <a:spcPts val="0"/>
                        </a:spcBef>
                        <a:spcAft>
                          <a:spcPts val="0"/>
                        </a:spcAft>
                      </a:pPr>
                      <a:r>
                        <a:rPr lang="en-US" sz="900" b="1" spc="0" dirty="0">
                          <a:latin typeface="Times New Roman"/>
                          <a:ea typeface="Times New Roman"/>
                          <a:cs typeface="Times New Roman"/>
                        </a:rPr>
                        <a:t>POSB323SUM</a:t>
                      </a:r>
                      <a:endParaRPr lang="en-US" sz="900" b="1" spc="-25" dirty="0">
                        <a:latin typeface="Arial"/>
                        <a:ea typeface="Times New Roman"/>
                        <a:cs typeface="Times New Roman"/>
                      </a:endParaRPr>
                    </a:p>
                  </a:txBody>
                  <a:tcPr marL="39919" marR="39919"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just">
                        <a:lnSpc>
                          <a:spcPts val="1200"/>
                        </a:lnSpc>
                        <a:spcBef>
                          <a:spcPts val="0"/>
                        </a:spcBef>
                        <a:spcAft>
                          <a:spcPts val="0"/>
                        </a:spcAft>
                      </a:pPr>
                      <a:r>
                        <a:rPr lang="en-US" sz="900" b="1" spc="0" dirty="0">
                          <a:latin typeface="Times New Roman"/>
                          <a:ea typeface="Times New Roman"/>
                          <a:cs typeface="Times New Roman"/>
                        </a:rPr>
                        <a:t>Write Transaction records in POSP084H(Including Header ,Footer and Summary ,net claim)</a:t>
                      </a:r>
                      <a:endParaRPr lang="en-US" sz="900" b="1" spc="-25" dirty="0">
                        <a:latin typeface="Arial"/>
                        <a:ea typeface="Times New Roman"/>
                        <a:cs typeface="Times New Roman"/>
                      </a:endParaRPr>
                    </a:p>
                  </a:txBody>
                  <a:tcPr marL="39919" marR="39919"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just">
                        <a:lnSpc>
                          <a:spcPts val="1200"/>
                        </a:lnSpc>
                        <a:spcBef>
                          <a:spcPts val="0"/>
                        </a:spcBef>
                        <a:spcAft>
                          <a:spcPts val="0"/>
                        </a:spcAft>
                      </a:pPr>
                      <a:r>
                        <a:rPr lang="en-US" sz="900" b="1" spc="0" dirty="0">
                          <a:latin typeface="Times New Roman"/>
                          <a:ea typeface="Times New Roman"/>
                          <a:cs typeface="Times New Roman"/>
                        </a:rPr>
                        <a:t>CBL</a:t>
                      </a:r>
                      <a:endParaRPr lang="en-US" sz="900" b="1" spc="-25" dirty="0">
                        <a:latin typeface="Arial"/>
                        <a:ea typeface="Times New Roman"/>
                        <a:cs typeface="Times New Roman"/>
                      </a:endParaRPr>
                    </a:p>
                  </a:txBody>
                  <a:tcPr marL="39919" marR="39919"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just">
                        <a:lnSpc>
                          <a:spcPts val="1200"/>
                        </a:lnSpc>
                        <a:spcBef>
                          <a:spcPts val="0"/>
                        </a:spcBef>
                        <a:spcAft>
                          <a:spcPts val="0"/>
                        </a:spcAft>
                      </a:pPr>
                      <a:r>
                        <a:rPr lang="en-US" sz="900" b="1" spc="0" dirty="0">
                          <a:latin typeface="Times New Roman"/>
                          <a:ea typeface="Times New Roman"/>
                          <a:cs typeface="Times New Roman"/>
                        </a:rPr>
                        <a:t>New</a:t>
                      </a:r>
                      <a:endParaRPr lang="en-US" sz="900" b="1" spc="-25" dirty="0">
                        <a:latin typeface="Arial"/>
                        <a:ea typeface="Times New Roman"/>
                        <a:cs typeface="Times New Roman"/>
                      </a:endParaRPr>
                    </a:p>
                  </a:txBody>
                  <a:tcPr marL="39919" marR="39919"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11"/>
                  </a:ext>
                </a:extLst>
              </a:tr>
              <a:tr h="304367">
                <a:tc>
                  <a:txBody>
                    <a:bodyPr/>
                    <a:lstStyle/>
                    <a:p>
                      <a:pPr marL="228600" marR="0" algn="just">
                        <a:lnSpc>
                          <a:spcPts val="1200"/>
                        </a:lnSpc>
                        <a:spcBef>
                          <a:spcPts val="0"/>
                        </a:spcBef>
                        <a:spcAft>
                          <a:spcPts val="0"/>
                        </a:spcAft>
                      </a:pPr>
                      <a:r>
                        <a:rPr lang="en-US" sz="900" b="1" spc="0" dirty="0">
                          <a:latin typeface="Times New Roman"/>
                          <a:ea typeface="Times New Roman"/>
                          <a:cs typeface="Times New Roman"/>
                        </a:rPr>
                        <a:t>12</a:t>
                      </a:r>
                      <a:endParaRPr lang="en-US" sz="900" b="1" spc="-25" dirty="0">
                        <a:latin typeface="Arial"/>
                        <a:ea typeface="Times New Roman"/>
                        <a:cs typeface="Times New Roman"/>
                      </a:endParaRPr>
                    </a:p>
                  </a:txBody>
                  <a:tcPr marL="39919" marR="39919"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just">
                        <a:lnSpc>
                          <a:spcPts val="1200"/>
                        </a:lnSpc>
                        <a:spcBef>
                          <a:spcPts val="0"/>
                        </a:spcBef>
                        <a:spcAft>
                          <a:spcPts val="0"/>
                        </a:spcAft>
                      </a:pPr>
                      <a:r>
                        <a:rPr lang="en-US" sz="900" b="1" spc="0" dirty="0">
                          <a:latin typeface="Times New Roman"/>
                          <a:ea typeface="Times New Roman"/>
                          <a:cs typeface="Times New Roman"/>
                        </a:rPr>
                        <a:t>EODCBANKNG</a:t>
                      </a:r>
                      <a:endParaRPr lang="en-US" sz="900" b="1" spc="-25" dirty="0">
                        <a:latin typeface="Arial"/>
                        <a:ea typeface="Times New Roman"/>
                        <a:cs typeface="Times New Roman"/>
                      </a:endParaRPr>
                    </a:p>
                  </a:txBody>
                  <a:tcPr marL="39919" marR="39919"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just">
                        <a:lnSpc>
                          <a:spcPts val="1200"/>
                        </a:lnSpc>
                        <a:spcBef>
                          <a:spcPts val="0"/>
                        </a:spcBef>
                        <a:spcAft>
                          <a:spcPts val="0"/>
                        </a:spcAft>
                      </a:pPr>
                      <a:r>
                        <a:rPr lang="en-US" sz="900" b="1" spc="0" dirty="0">
                          <a:latin typeface="Times New Roman"/>
                          <a:ea typeface="Times New Roman"/>
                          <a:cs typeface="Times New Roman"/>
                        </a:rPr>
                        <a:t>Changes Required to consolidate  Credit Card (5,7,8)</a:t>
                      </a:r>
                      <a:endParaRPr lang="en-US" sz="900" b="1" spc="-25" dirty="0">
                        <a:latin typeface="Arial"/>
                        <a:ea typeface="Times New Roman"/>
                        <a:cs typeface="Times New Roman"/>
                      </a:endParaRPr>
                    </a:p>
                  </a:txBody>
                  <a:tcPr marL="39919" marR="39919"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just">
                        <a:lnSpc>
                          <a:spcPts val="1200"/>
                        </a:lnSpc>
                        <a:spcBef>
                          <a:spcPts val="0"/>
                        </a:spcBef>
                        <a:spcAft>
                          <a:spcPts val="0"/>
                        </a:spcAft>
                      </a:pPr>
                      <a:r>
                        <a:rPr lang="en-US" sz="900" b="1" spc="0" dirty="0">
                          <a:latin typeface="Times New Roman"/>
                          <a:ea typeface="Times New Roman"/>
                          <a:cs typeface="Times New Roman"/>
                        </a:rPr>
                        <a:t>CL</a:t>
                      </a:r>
                      <a:endParaRPr lang="en-US" sz="900" b="1" spc="-25" dirty="0">
                        <a:latin typeface="Arial"/>
                        <a:ea typeface="Times New Roman"/>
                        <a:cs typeface="Times New Roman"/>
                      </a:endParaRPr>
                    </a:p>
                  </a:txBody>
                  <a:tcPr marL="39919" marR="39919"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just">
                        <a:lnSpc>
                          <a:spcPts val="1200"/>
                        </a:lnSpc>
                        <a:spcBef>
                          <a:spcPts val="0"/>
                        </a:spcBef>
                        <a:spcAft>
                          <a:spcPts val="0"/>
                        </a:spcAft>
                      </a:pPr>
                      <a:r>
                        <a:rPr lang="en-US" sz="900" b="1" spc="0" dirty="0">
                          <a:latin typeface="Times New Roman"/>
                          <a:ea typeface="Times New Roman"/>
                          <a:cs typeface="Times New Roman"/>
                        </a:rPr>
                        <a:t>Changes</a:t>
                      </a:r>
                      <a:endParaRPr lang="en-US" sz="900" b="1" spc="-25" dirty="0">
                        <a:latin typeface="Arial"/>
                        <a:ea typeface="Times New Roman"/>
                        <a:cs typeface="Times New Roman"/>
                      </a:endParaRPr>
                    </a:p>
                  </a:txBody>
                  <a:tcPr marL="39919" marR="39919"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12"/>
                  </a:ext>
                </a:extLst>
              </a:tr>
              <a:tr h="277142">
                <a:tc>
                  <a:txBody>
                    <a:bodyPr/>
                    <a:lstStyle/>
                    <a:p>
                      <a:pPr marL="228600" marR="0" algn="just">
                        <a:lnSpc>
                          <a:spcPts val="1200"/>
                        </a:lnSpc>
                        <a:spcBef>
                          <a:spcPts val="0"/>
                        </a:spcBef>
                        <a:spcAft>
                          <a:spcPts val="0"/>
                        </a:spcAft>
                      </a:pPr>
                      <a:r>
                        <a:rPr lang="en-US" sz="900" b="1" spc="0" dirty="0">
                          <a:latin typeface="Times New Roman"/>
                          <a:ea typeface="Times New Roman"/>
                          <a:cs typeface="Times New Roman"/>
                        </a:rPr>
                        <a:t>13</a:t>
                      </a:r>
                      <a:endParaRPr lang="en-US" sz="900" b="1" spc="-25" dirty="0">
                        <a:latin typeface="Arial"/>
                        <a:ea typeface="Times New Roman"/>
                        <a:cs typeface="Times New Roman"/>
                      </a:endParaRPr>
                    </a:p>
                  </a:txBody>
                  <a:tcPr marL="39919" marR="39919"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just">
                        <a:lnSpc>
                          <a:spcPts val="1200"/>
                        </a:lnSpc>
                        <a:spcBef>
                          <a:spcPts val="0"/>
                        </a:spcBef>
                        <a:spcAft>
                          <a:spcPts val="0"/>
                        </a:spcAft>
                      </a:pPr>
                      <a:r>
                        <a:rPr lang="en-US" sz="900" b="1" spc="0" dirty="0">
                          <a:latin typeface="Times New Roman"/>
                          <a:ea typeface="Times New Roman"/>
                          <a:cs typeface="Times New Roman"/>
                        </a:rPr>
                        <a:t>POST105E</a:t>
                      </a:r>
                      <a:endParaRPr lang="en-US" sz="900" b="1" spc="-25" dirty="0">
                        <a:latin typeface="Arial"/>
                        <a:ea typeface="Times New Roman"/>
                        <a:cs typeface="Times New Roman"/>
                      </a:endParaRPr>
                    </a:p>
                  </a:txBody>
                  <a:tcPr marL="39919" marR="39919"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just">
                        <a:lnSpc>
                          <a:spcPts val="1200"/>
                        </a:lnSpc>
                        <a:spcBef>
                          <a:spcPts val="0"/>
                        </a:spcBef>
                        <a:spcAft>
                          <a:spcPts val="0"/>
                        </a:spcAft>
                      </a:pPr>
                      <a:r>
                        <a:rPr lang="en-US" sz="900" b="1" spc="0" dirty="0">
                          <a:latin typeface="Times New Roman"/>
                          <a:ea typeface="Times New Roman"/>
                          <a:cs typeface="Times New Roman"/>
                        </a:rPr>
                        <a:t>Display file for menu option</a:t>
                      </a:r>
                      <a:endParaRPr lang="en-US" sz="900" b="1" spc="-25" dirty="0">
                        <a:latin typeface="Arial"/>
                        <a:ea typeface="Times New Roman"/>
                        <a:cs typeface="Times New Roman"/>
                      </a:endParaRPr>
                    </a:p>
                  </a:txBody>
                  <a:tcPr marL="39919" marR="39919"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just">
                        <a:lnSpc>
                          <a:spcPts val="1200"/>
                        </a:lnSpc>
                        <a:spcBef>
                          <a:spcPts val="0"/>
                        </a:spcBef>
                        <a:spcAft>
                          <a:spcPts val="0"/>
                        </a:spcAft>
                      </a:pPr>
                      <a:r>
                        <a:rPr lang="en-US" sz="900" b="1" spc="0" dirty="0">
                          <a:latin typeface="Times New Roman"/>
                          <a:ea typeface="Times New Roman"/>
                          <a:cs typeface="Times New Roman"/>
                        </a:rPr>
                        <a:t>DSPF</a:t>
                      </a:r>
                      <a:endParaRPr lang="en-US" sz="900" b="1" spc="-25" dirty="0">
                        <a:latin typeface="Arial"/>
                        <a:ea typeface="Times New Roman"/>
                        <a:cs typeface="Times New Roman"/>
                      </a:endParaRPr>
                    </a:p>
                  </a:txBody>
                  <a:tcPr marL="39919" marR="39919"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just">
                        <a:lnSpc>
                          <a:spcPts val="1200"/>
                        </a:lnSpc>
                        <a:spcBef>
                          <a:spcPts val="0"/>
                        </a:spcBef>
                        <a:spcAft>
                          <a:spcPts val="0"/>
                        </a:spcAft>
                      </a:pPr>
                      <a:r>
                        <a:rPr lang="en-US" sz="900" b="1" spc="0" dirty="0">
                          <a:latin typeface="Times New Roman"/>
                          <a:ea typeface="Times New Roman"/>
                          <a:cs typeface="Times New Roman"/>
                        </a:rPr>
                        <a:t>Change</a:t>
                      </a:r>
                      <a:endParaRPr lang="en-US" sz="900" b="1" spc="-25" dirty="0">
                        <a:latin typeface="Arial"/>
                        <a:ea typeface="Times New Roman"/>
                        <a:cs typeface="Times New Roman"/>
                      </a:endParaRPr>
                    </a:p>
                  </a:txBody>
                  <a:tcPr marL="39919" marR="39919"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13"/>
                  </a:ext>
                </a:extLst>
              </a:tr>
              <a:tr h="226337">
                <a:tc>
                  <a:txBody>
                    <a:bodyPr/>
                    <a:lstStyle/>
                    <a:p>
                      <a:pPr marL="228600" marR="0" algn="just">
                        <a:lnSpc>
                          <a:spcPts val="1200"/>
                        </a:lnSpc>
                        <a:spcBef>
                          <a:spcPts val="0"/>
                        </a:spcBef>
                        <a:spcAft>
                          <a:spcPts val="0"/>
                        </a:spcAft>
                      </a:pPr>
                      <a:r>
                        <a:rPr lang="en-US" sz="900" b="1" spc="0" dirty="0">
                          <a:latin typeface="Times New Roman"/>
                          <a:ea typeface="Times New Roman"/>
                          <a:cs typeface="Times New Roman"/>
                        </a:rPr>
                        <a:t>14</a:t>
                      </a:r>
                      <a:endParaRPr lang="en-US" sz="900" b="1" spc="-25" dirty="0">
                        <a:latin typeface="Arial"/>
                        <a:ea typeface="Times New Roman"/>
                        <a:cs typeface="Times New Roman"/>
                      </a:endParaRPr>
                    </a:p>
                  </a:txBody>
                  <a:tcPr marL="39919" marR="39919"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just">
                        <a:lnSpc>
                          <a:spcPts val="1200"/>
                        </a:lnSpc>
                        <a:spcBef>
                          <a:spcPts val="0"/>
                        </a:spcBef>
                        <a:spcAft>
                          <a:spcPts val="0"/>
                        </a:spcAft>
                      </a:pPr>
                      <a:r>
                        <a:rPr lang="en-US" sz="900" b="1" spc="0" dirty="0">
                          <a:latin typeface="Times New Roman"/>
                          <a:ea typeface="Times New Roman"/>
                          <a:cs typeface="Times New Roman"/>
                        </a:rPr>
                        <a:t>POSPBINR</a:t>
                      </a:r>
                      <a:endParaRPr lang="en-US" sz="900" b="1" spc="-25" dirty="0">
                        <a:latin typeface="Arial"/>
                        <a:ea typeface="Times New Roman"/>
                        <a:cs typeface="Times New Roman"/>
                      </a:endParaRPr>
                    </a:p>
                  </a:txBody>
                  <a:tcPr marL="39919" marR="39919"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just">
                        <a:lnSpc>
                          <a:spcPts val="1200"/>
                        </a:lnSpc>
                        <a:spcBef>
                          <a:spcPts val="0"/>
                        </a:spcBef>
                        <a:spcAft>
                          <a:spcPts val="0"/>
                        </a:spcAft>
                      </a:pPr>
                      <a:r>
                        <a:rPr lang="en-US" sz="900" b="1" spc="0" dirty="0">
                          <a:latin typeface="Times New Roman"/>
                          <a:ea typeface="Times New Roman"/>
                          <a:cs typeface="Times New Roman"/>
                        </a:rPr>
                        <a:t>New field (CCM,FFM) added to determine where cards are based </a:t>
                      </a:r>
                      <a:endParaRPr lang="en-US" sz="900" b="1" spc="-25" dirty="0">
                        <a:latin typeface="Arial"/>
                        <a:ea typeface="Times New Roman"/>
                        <a:cs typeface="Times New Roman"/>
                      </a:endParaRPr>
                    </a:p>
                  </a:txBody>
                  <a:tcPr marL="39919" marR="39919"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just">
                        <a:lnSpc>
                          <a:spcPts val="1200"/>
                        </a:lnSpc>
                        <a:spcBef>
                          <a:spcPts val="0"/>
                        </a:spcBef>
                        <a:spcAft>
                          <a:spcPts val="0"/>
                        </a:spcAft>
                      </a:pPr>
                      <a:r>
                        <a:rPr lang="en-US" sz="900" b="1" spc="0" dirty="0">
                          <a:latin typeface="Times New Roman"/>
                          <a:ea typeface="Times New Roman"/>
                          <a:cs typeface="Times New Roman"/>
                        </a:rPr>
                        <a:t>PF</a:t>
                      </a:r>
                      <a:endParaRPr lang="en-US" sz="900" b="1" spc="-25" dirty="0">
                        <a:latin typeface="Arial"/>
                        <a:ea typeface="Times New Roman"/>
                        <a:cs typeface="Times New Roman"/>
                      </a:endParaRPr>
                    </a:p>
                  </a:txBody>
                  <a:tcPr marL="39919" marR="39919"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just">
                        <a:lnSpc>
                          <a:spcPts val="1200"/>
                        </a:lnSpc>
                        <a:spcBef>
                          <a:spcPts val="0"/>
                        </a:spcBef>
                        <a:spcAft>
                          <a:spcPts val="0"/>
                        </a:spcAft>
                      </a:pPr>
                      <a:r>
                        <a:rPr lang="en-US" sz="900" b="1" spc="0" dirty="0">
                          <a:latin typeface="Times New Roman"/>
                          <a:ea typeface="Times New Roman"/>
                          <a:cs typeface="Times New Roman"/>
                        </a:rPr>
                        <a:t>Change</a:t>
                      </a:r>
                      <a:endParaRPr lang="en-US" sz="900" b="1" spc="-25" dirty="0">
                        <a:latin typeface="Arial"/>
                        <a:ea typeface="Times New Roman"/>
                        <a:cs typeface="Times New Roman"/>
                      </a:endParaRPr>
                    </a:p>
                  </a:txBody>
                  <a:tcPr marL="39919" marR="39919"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14"/>
                  </a:ext>
                </a:extLst>
              </a:tr>
              <a:tr h="277142">
                <a:tc>
                  <a:txBody>
                    <a:bodyPr/>
                    <a:lstStyle/>
                    <a:p>
                      <a:pPr marL="228600" marR="0" algn="just">
                        <a:lnSpc>
                          <a:spcPts val="1200"/>
                        </a:lnSpc>
                        <a:spcBef>
                          <a:spcPts val="0"/>
                        </a:spcBef>
                        <a:spcAft>
                          <a:spcPts val="0"/>
                        </a:spcAft>
                      </a:pPr>
                      <a:r>
                        <a:rPr lang="en-US" sz="900" b="1" spc="0" dirty="0">
                          <a:latin typeface="Times New Roman"/>
                          <a:ea typeface="Times New Roman"/>
                          <a:cs typeface="Times New Roman"/>
                        </a:rPr>
                        <a:t>15</a:t>
                      </a:r>
                      <a:endParaRPr lang="en-US" sz="900" b="1" spc="-25" dirty="0">
                        <a:latin typeface="Arial"/>
                        <a:ea typeface="Times New Roman"/>
                        <a:cs typeface="Times New Roman"/>
                      </a:endParaRPr>
                    </a:p>
                  </a:txBody>
                  <a:tcPr marL="39919" marR="39919"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just">
                        <a:lnSpc>
                          <a:spcPts val="1200"/>
                        </a:lnSpc>
                        <a:spcBef>
                          <a:spcPts val="0"/>
                        </a:spcBef>
                        <a:spcAft>
                          <a:spcPts val="0"/>
                        </a:spcAft>
                      </a:pPr>
                      <a:r>
                        <a:rPr lang="en-US" sz="900" b="1" spc="0" dirty="0">
                          <a:latin typeface="Times New Roman"/>
                          <a:ea typeface="Times New Roman"/>
                          <a:cs typeface="Times New Roman"/>
                        </a:rPr>
                        <a:t>POSPCUSINS</a:t>
                      </a:r>
                      <a:endParaRPr lang="en-US" sz="900" b="1" spc="-25" dirty="0">
                        <a:latin typeface="Arial"/>
                        <a:ea typeface="Times New Roman"/>
                        <a:cs typeface="Times New Roman"/>
                      </a:endParaRPr>
                    </a:p>
                  </a:txBody>
                  <a:tcPr marL="39919" marR="39919"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just">
                        <a:lnSpc>
                          <a:spcPts val="1200"/>
                        </a:lnSpc>
                        <a:spcBef>
                          <a:spcPts val="0"/>
                        </a:spcBef>
                        <a:spcAft>
                          <a:spcPts val="0"/>
                        </a:spcAft>
                      </a:pPr>
                      <a:r>
                        <a:rPr lang="en-US" sz="900" b="1" spc="0" dirty="0">
                          <a:latin typeface="Times New Roman"/>
                          <a:ea typeface="Times New Roman"/>
                          <a:cs typeface="Times New Roman"/>
                        </a:rPr>
                        <a:t>New customer instruction conversion table</a:t>
                      </a:r>
                      <a:endParaRPr lang="en-US" sz="900" b="1" spc="-25" dirty="0">
                        <a:latin typeface="Arial"/>
                        <a:ea typeface="Times New Roman"/>
                        <a:cs typeface="Times New Roman"/>
                      </a:endParaRPr>
                    </a:p>
                  </a:txBody>
                  <a:tcPr marL="39919" marR="39919"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just">
                        <a:lnSpc>
                          <a:spcPts val="1200"/>
                        </a:lnSpc>
                        <a:spcBef>
                          <a:spcPts val="0"/>
                        </a:spcBef>
                        <a:spcAft>
                          <a:spcPts val="0"/>
                        </a:spcAft>
                      </a:pPr>
                      <a:r>
                        <a:rPr lang="en-US" sz="900" b="1" spc="0" dirty="0">
                          <a:latin typeface="Times New Roman"/>
                          <a:ea typeface="Times New Roman"/>
                          <a:cs typeface="Times New Roman"/>
                        </a:rPr>
                        <a:t>PF</a:t>
                      </a:r>
                      <a:endParaRPr lang="en-US" sz="900" b="1" spc="-25" dirty="0">
                        <a:latin typeface="Arial"/>
                        <a:ea typeface="Times New Roman"/>
                        <a:cs typeface="Times New Roman"/>
                      </a:endParaRPr>
                    </a:p>
                  </a:txBody>
                  <a:tcPr marL="39919" marR="39919"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just">
                        <a:lnSpc>
                          <a:spcPts val="1200"/>
                        </a:lnSpc>
                        <a:spcBef>
                          <a:spcPts val="0"/>
                        </a:spcBef>
                        <a:spcAft>
                          <a:spcPts val="0"/>
                        </a:spcAft>
                      </a:pPr>
                      <a:r>
                        <a:rPr lang="en-US" sz="900" b="1" spc="0" dirty="0">
                          <a:latin typeface="Times New Roman"/>
                          <a:ea typeface="Times New Roman"/>
                          <a:cs typeface="Times New Roman"/>
                        </a:rPr>
                        <a:t>New</a:t>
                      </a:r>
                      <a:endParaRPr lang="en-US" sz="900" b="1" spc="-25" dirty="0">
                        <a:latin typeface="Arial"/>
                        <a:ea typeface="Times New Roman"/>
                        <a:cs typeface="Times New Roman"/>
                      </a:endParaRPr>
                    </a:p>
                  </a:txBody>
                  <a:tcPr marL="39919" marR="39919"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15"/>
                  </a:ext>
                </a:extLst>
              </a:tr>
              <a:tr h="277142">
                <a:tc>
                  <a:txBody>
                    <a:bodyPr/>
                    <a:lstStyle/>
                    <a:p>
                      <a:pPr marL="228600" marR="0" algn="just">
                        <a:lnSpc>
                          <a:spcPts val="1200"/>
                        </a:lnSpc>
                        <a:spcBef>
                          <a:spcPts val="0"/>
                        </a:spcBef>
                        <a:spcAft>
                          <a:spcPts val="0"/>
                        </a:spcAft>
                      </a:pPr>
                      <a:r>
                        <a:rPr lang="en-US" sz="900" b="1" spc="0" dirty="0">
                          <a:latin typeface="Times New Roman"/>
                          <a:ea typeface="Times New Roman"/>
                          <a:cs typeface="Times New Roman"/>
                        </a:rPr>
                        <a:t>16</a:t>
                      </a:r>
                      <a:endParaRPr lang="en-US" sz="900" b="1" spc="-25" dirty="0">
                        <a:latin typeface="Arial"/>
                        <a:ea typeface="Times New Roman"/>
                        <a:cs typeface="Times New Roman"/>
                      </a:endParaRPr>
                    </a:p>
                  </a:txBody>
                  <a:tcPr marL="39919" marR="39919"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just">
                        <a:lnSpc>
                          <a:spcPts val="1200"/>
                        </a:lnSpc>
                        <a:spcBef>
                          <a:spcPts val="0"/>
                        </a:spcBef>
                        <a:spcAft>
                          <a:spcPts val="0"/>
                        </a:spcAft>
                      </a:pPr>
                      <a:r>
                        <a:rPr lang="en-US" sz="900" b="1" spc="0" dirty="0">
                          <a:latin typeface="Times New Roman"/>
                          <a:ea typeface="Times New Roman"/>
                          <a:cs typeface="Times New Roman"/>
                        </a:rPr>
                        <a:t>POSRCONERR</a:t>
                      </a:r>
                      <a:endParaRPr lang="en-US" sz="900" b="1" spc="-25" dirty="0">
                        <a:latin typeface="Arial"/>
                        <a:ea typeface="Times New Roman"/>
                        <a:cs typeface="Times New Roman"/>
                      </a:endParaRPr>
                    </a:p>
                  </a:txBody>
                  <a:tcPr marL="39919" marR="39919"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just">
                        <a:lnSpc>
                          <a:spcPts val="1200"/>
                        </a:lnSpc>
                        <a:spcBef>
                          <a:spcPts val="0"/>
                        </a:spcBef>
                        <a:spcAft>
                          <a:spcPts val="0"/>
                        </a:spcAft>
                      </a:pPr>
                      <a:r>
                        <a:rPr lang="en-US" sz="900" b="1" spc="0" dirty="0">
                          <a:latin typeface="Times New Roman"/>
                          <a:ea typeface="Times New Roman"/>
                          <a:cs typeface="Times New Roman"/>
                        </a:rPr>
                        <a:t>New program for generating customer instruction error report</a:t>
                      </a:r>
                      <a:endParaRPr lang="en-US" sz="900" b="1" spc="-25" dirty="0">
                        <a:latin typeface="Arial"/>
                        <a:ea typeface="Times New Roman"/>
                        <a:cs typeface="Times New Roman"/>
                      </a:endParaRPr>
                    </a:p>
                  </a:txBody>
                  <a:tcPr marL="39919" marR="39919"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just">
                        <a:lnSpc>
                          <a:spcPts val="1200"/>
                        </a:lnSpc>
                        <a:spcBef>
                          <a:spcPts val="0"/>
                        </a:spcBef>
                        <a:spcAft>
                          <a:spcPts val="0"/>
                        </a:spcAft>
                      </a:pPr>
                      <a:r>
                        <a:rPr lang="en-US" sz="900" b="1" spc="0" dirty="0">
                          <a:latin typeface="Times New Roman"/>
                          <a:ea typeface="Times New Roman"/>
                          <a:cs typeface="Times New Roman"/>
                        </a:rPr>
                        <a:t>RPG</a:t>
                      </a:r>
                      <a:endParaRPr lang="en-US" sz="900" b="1" spc="-25" dirty="0">
                        <a:latin typeface="Arial"/>
                        <a:ea typeface="Times New Roman"/>
                        <a:cs typeface="Times New Roman"/>
                      </a:endParaRPr>
                    </a:p>
                  </a:txBody>
                  <a:tcPr marL="39919" marR="39919"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just">
                        <a:lnSpc>
                          <a:spcPts val="1200"/>
                        </a:lnSpc>
                        <a:spcBef>
                          <a:spcPts val="0"/>
                        </a:spcBef>
                        <a:spcAft>
                          <a:spcPts val="0"/>
                        </a:spcAft>
                      </a:pPr>
                      <a:r>
                        <a:rPr lang="en-US" sz="900" b="1" spc="0" dirty="0">
                          <a:latin typeface="Times New Roman"/>
                          <a:ea typeface="Times New Roman"/>
                          <a:cs typeface="Times New Roman"/>
                        </a:rPr>
                        <a:t>New</a:t>
                      </a:r>
                      <a:endParaRPr lang="en-US" sz="900" b="1" spc="-25" dirty="0">
                        <a:latin typeface="Arial"/>
                        <a:ea typeface="Times New Roman"/>
                        <a:cs typeface="Times New Roman"/>
                      </a:endParaRPr>
                    </a:p>
                  </a:txBody>
                  <a:tcPr marL="39919" marR="39919"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16"/>
                  </a:ext>
                </a:extLst>
              </a:tr>
              <a:tr h="250724">
                <a:tc>
                  <a:txBody>
                    <a:bodyPr/>
                    <a:lstStyle/>
                    <a:p>
                      <a:pPr marL="228600" marR="0" algn="just">
                        <a:lnSpc>
                          <a:spcPts val="1200"/>
                        </a:lnSpc>
                        <a:spcBef>
                          <a:spcPts val="0"/>
                        </a:spcBef>
                        <a:spcAft>
                          <a:spcPts val="0"/>
                        </a:spcAft>
                      </a:pPr>
                      <a:r>
                        <a:rPr lang="en-US" sz="900" b="1" spc="0" dirty="0">
                          <a:latin typeface="Times New Roman"/>
                          <a:ea typeface="Times New Roman"/>
                          <a:cs typeface="Times New Roman"/>
                        </a:rPr>
                        <a:t>17</a:t>
                      </a:r>
                      <a:endParaRPr lang="en-US" sz="900" b="1" spc="-25" dirty="0">
                        <a:latin typeface="Arial"/>
                        <a:ea typeface="Times New Roman"/>
                        <a:cs typeface="Times New Roman"/>
                      </a:endParaRPr>
                    </a:p>
                  </a:txBody>
                  <a:tcPr marL="39919" marR="39919"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just">
                        <a:lnSpc>
                          <a:spcPts val="1200"/>
                        </a:lnSpc>
                        <a:spcBef>
                          <a:spcPts val="0"/>
                        </a:spcBef>
                        <a:spcAft>
                          <a:spcPts val="0"/>
                        </a:spcAft>
                      </a:pPr>
                      <a:r>
                        <a:rPr lang="en-US" sz="900" b="1" spc="0" dirty="0">
                          <a:latin typeface="Times New Roman"/>
                          <a:ea typeface="Times New Roman"/>
                          <a:cs typeface="Times New Roman"/>
                        </a:rPr>
                        <a:t>POSPCONERR</a:t>
                      </a:r>
                      <a:endParaRPr lang="en-US" sz="900" b="1" spc="-25" dirty="0">
                        <a:latin typeface="Arial"/>
                        <a:ea typeface="Times New Roman"/>
                        <a:cs typeface="Times New Roman"/>
                      </a:endParaRPr>
                    </a:p>
                  </a:txBody>
                  <a:tcPr marL="39919" marR="39919"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just">
                        <a:lnSpc>
                          <a:spcPts val="1200"/>
                        </a:lnSpc>
                        <a:spcBef>
                          <a:spcPts val="0"/>
                        </a:spcBef>
                        <a:spcAft>
                          <a:spcPts val="0"/>
                        </a:spcAft>
                      </a:pPr>
                      <a:r>
                        <a:rPr lang="en-US" sz="900" b="1" spc="0" dirty="0">
                          <a:latin typeface="Times New Roman"/>
                          <a:ea typeface="Times New Roman"/>
                          <a:cs typeface="Times New Roman"/>
                        </a:rPr>
                        <a:t>Customer Instruction error file</a:t>
                      </a:r>
                      <a:endParaRPr lang="en-US" sz="900" b="1" spc="-25" dirty="0">
                        <a:latin typeface="Arial"/>
                        <a:ea typeface="Times New Roman"/>
                        <a:cs typeface="Times New Roman"/>
                      </a:endParaRPr>
                    </a:p>
                  </a:txBody>
                  <a:tcPr marL="39919" marR="39919"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just">
                        <a:lnSpc>
                          <a:spcPts val="1200"/>
                        </a:lnSpc>
                        <a:spcBef>
                          <a:spcPts val="0"/>
                        </a:spcBef>
                        <a:spcAft>
                          <a:spcPts val="0"/>
                        </a:spcAft>
                      </a:pPr>
                      <a:r>
                        <a:rPr lang="en-US" sz="900" b="1" spc="0" dirty="0">
                          <a:latin typeface="Times New Roman"/>
                          <a:ea typeface="Times New Roman"/>
                          <a:cs typeface="Times New Roman"/>
                        </a:rPr>
                        <a:t>PF</a:t>
                      </a:r>
                      <a:endParaRPr lang="en-US" sz="900" b="1" spc="-25" dirty="0">
                        <a:latin typeface="Arial"/>
                        <a:ea typeface="Times New Roman"/>
                        <a:cs typeface="Times New Roman"/>
                      </a:endParaRPr>
                    </a:p>
                  </a:txBody>
                  <a:tcPr marL="39919" marR="39919"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just">
                        <a:lnSpc>
                          <a:spcPts val="1200"/>
                        </a:lnSpc>
                        <a:spcBef>
                          <a:spcPts val="0"/>
                        </a:spcBef>
                        <a:spcAft>
                          <a:spcPts val="0"/>
                        </a:spcAft>
                      </a:pPr>
                      <a:r>
                        <a:rPr lang="en-US" sz="900" b="1" spc="0" dirty="0">
                          <a:latin typeface="Times New Roman"/>
                          <a:ea typeface="Times New Roman"/>
                          <a:cs typeface="Times New Roman"/>
                        </a:rPr>
                        <a:t>New</a:t>
                      </a:r>
                      <a:endParaRPr lang="en-US" sz="900" b="1" spc="-25" dirty="0">
                        <a:latin typeface="Arial"/>
                        <a:ea typeface="Times New Roman"/>
                        <a:cs typeface="Times New Roman"/>
                      </a:endParaRPr>
                    </a:p>
                  </a:txBody>
                  <a:tcPr marL="39919" marR="39919"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17"/>
                  </a:ext>
                </a:extLst>
              </a:tr>
              <a:tr h="277142">
                <a:tc>
                  <a:txBody>
                    <a:bodyPr/>
                    <a:lstStyle/>
                    <a:p>
                      <a:pPr marL="228600" marR="0" algn="just">
                        <a:lnSpc>
                          <a:spcPts val="1200"/>
                        </a:lnSpc>
                        <a:spcBef>
                          <a:spcPts val="0"/>
                        </a:spcBef>
                        <a:spcAft>
                          <a:spcPts val="0"/>
                        </a:spcAft>
                      </a:pPr>
                      <a:r>
                        <a:rPr lang="en-US" sz="900" b="1" spc="0" dirty="0">
                          <a:latin typeface="Times New Roman"/>
                          <a:ea typeface="Times New Roman"/>
                          <a:cs typeface="Times New Roman"/>
                        </a:rPr>
                        <a:t>18</a:t>
                      </a:r>
                      <a:endParaRPr lang="en-US" sz="900" b="1" spc="-25" dirty="0">
                        <a:latin typeface="Arial"/>
                        <a:ea typeface="Times New Roman"/>
                        <a:cs typeface="Times New Roman"/>
                      </a:endParaRPr>
                    </a:p>
                  </a:txBody>
                  <a:tcPr marL="39919" marR="39919"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just">
                        <a:lnSpc>
                          <a:spcPts val="1200"/>
                        </a:lnSpc>
                        <a:spcBef>
                          <a:spcPts val="0"/>
                        </a:spcBef>
                        <a:spcAft>
                          <a:spcPts val="0"/>
                        </a:spcAft>
                      </a:pPr>
                      <a:r>
                        <a:rPr lang="en-US" sz="900" b="1" spc="0" dirty="0">
                          <a:latin typeface="Times New Roman"/>
                          <a:ea typeface="Times New Roman"/>
                          <a:cs typeface="Times New Roman"/>
                        </a:rPr>
                        <a:t>POSLCONERR</a:t>
                      </a:r>
                      <a:endParaRPr lang="en-US" sz="900" b="1" spc="-25" dirty="0">
                        <a:latin typeface="Arial"/>
                        <a:ea typeface="Times New Roman"/>
                        <a:cs typeface="Times New Roman"/>
                      </a:endParaRPr>
                    </a:p>
                  </a:txBody>
                  <a:tcPr marL="39919" marR="39919"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just">
                        <a:lnSpc>
                          <a:spcPts val="1200"/>
                        </a:lnSpc>
                        <a:spcBef>
                          <a:spcPts val="0"/>
                        </a:spcBef>
                        <a:spcAft>
                          <a:spcPts val="0"/>
                        </a:spcAft>
                      </a:pPr>
                      <a:r>
                        <a:rPr lang="en-US" sz="900" b="1" spc="0" dirty="0">
                          <a:latin typeface="Times New Roman"/>
                          <a:ea typeface="Times New Roman"/>
                          <a:cs typeface="Times New Roman"/>
                        </a:rPr>
                        <a:t>LF on Customer Instruction error file</a:t>
                      </a:r>
                      <a:endParaRPr lang="en-US" sz="900" b="1" spc="-25" dirty="0">
                        <a:latin typeface="Arial"/>
                        <a:ea typeface="Times New Roman"/>
                        <a:cs typeface="Times New Roman"/>
                      </a:endParaRPr>
                    </a:p>
                  </a:txBody>
                  <a:tcPr marL="39919" marR="39919"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just">
                        <a:lnSpc>
                          <a:spcPts val="1200"/>
                        </a:lnSpc>
                        <a:spcBef>
                          <a:spcPts val="0"/>
                        </a:spcBef>
                        <a:spcAft>
                          <a:spcPts val="0"/>
                        </a:spcAft>
                      </a:pPr>
                      <a:r>
                        <a:rPr lang="en-US" sz="900" b="1" spc="0" dirty="0">
                          <a:latin typeface="Times New Roman"/>
                          <a:ea typeface="Times New Roman"/>
                          <a:cs typeface="Times New Roman"/>
                        </a:rPr>
                        <a:t>LF</a:t>
                      </a:r>
                      <a:endParaRPr lang="en-US" sz="900" b="1" spc="-25" dirty="0">
                        <a:latin typeface="Arial"/>
                        <a:ea typeface="Times New Roman"/>
                        <a:cs typeface="Times New Roman"/>
                      </a:endParaRPr>
                    </a:p>
                  </a:txBody>
                  <a:tcPr marL="39919" marR="39919"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just">
                        <a:lnSpc>
                          <a:spcPts val="1200"/>
                        </a:lnSpc>
                        <a:spcBef>
                          <a:spcPts val="0"/>
                        </a:spcBef>
                        <a:spcAft>
                          <a:spcPts val="0"/>
                        </a:spcAft>
                      </a:pPr>
                      <a:r>
                        <a:rPr lang="en-US" sz="900" b="1" spc="0" dirty="0">
                          <a:latin typeface="Times New Roman"/>
                          <a:ea typeface="Times New Roman"/>
                          <a:cs typeface="Times New Roman"/>
                        </a:rPr>
                        <a:t>New</a:t>
                      </a:r>
                      <a:endParaRPr lang="en-US" sz="900" b="1" spc="-25" dirty="0">
                        <a:latin typeface="Arial"/>
                        <a:ea typeface="Times New Roman"/>
                        <a:cs typeface="Times New Roman"/>
                      </a:endParaRPr>
                    </a:p>
                  </a:txBody>
                  <a:tcPr marL="39919" marR="39919"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18"/>
                  </a:ext>
                </a:extLst>
              </a:tr>
              <a:tr h="277142">
                <a:tc>
                  <a:txBody>
                    <a:bodyPr/>
                    <a:lstStyle/>
                    <a:p>
                      <a:pPr marL="228600" marR="0" algn="just">
                        <a:lnSpc>
                          <a:spcPts val="1200"/>
                        </a:lnSpc>
                        <a:spcBef>
                          <a:spcPts val="0"/>
                        </a:spcBef>
                        <a:spcAft>
                          <a:spcPts val="0"/>
                        </a:spcAft>
                      </a:pPr>
                      <a:r>
                        <a:rPr lang="en-US" sz="900" b="1" spc="0" dirty="0">
                          <a:latin typeface="Times New Roman"/>
                          <a:ea typeface="Times New Roman"/>
                          <a:cs typeface="Times New Roman"/>
                        </a:rPr>
                        <a:t>19</a:t>
                      </a:r>
                      <a:endParaRPr lang="en-US" sz="900" b="1" spc="-25" dirty="0">
                        <a:latin typeface="Arial"/>
                        <a:ea typeface="Times New Roman"/>
                        <a:cs typeface="Times New Roman"/>
                      </a:endParaRPr>
                    </a:p>
                  </a:txBody>
                  <a:tcPr marL="39919" marR="39919"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just">
                        <a:lnSpc>
                          <a:spcPts val="1200"/>
                        </a:lnSpc>
                        <a:spcBef>
                          <a:spcPts val="0"/>
                        </a:spcBef>
                        <a:spcAft>
                          <a:spcPts val="0"/>
                        </a:spcAft>
                      </a:pPr>
                      <a:r>
                        <a:rPr lang="en-US" sz="900" b="1" spc="0" dirty="0">
                          <a:latin typeface="Times New Roman"/>
                          <a:ea typeface="Times New Roman"/>
                          <a:cs typeface="Times New Roman"/>
                        </a:rPr>
                        <a:t>POSTCONERR</a:t>
                      </a:r>
                      <a:endParaRPr lang="en-US" sz="900" b="1" spc="-25" dirty="0">
                        <a:latin typeface="Arial"/>
                        <a:ea typeface="Times New Roman"/>
                        <a:cs typeface="Times New Roman"/>
                      </a:endParaRPr>
                    </a:p>
                  </a:txBody>
                  <a:tcPr marL="39919" marR="39919"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just">
                        <a:lnSpc>
                          <a:spcPts val="1200"/>
                        </a:lnSpc>
                        <a:spcBef>
                          <a:spcPts val="0"/>
                        </a:spcBef>
                        <a:spcAft>
                          <a:spcPts val="0"/>
                        </a:spcAft>
                      </a:pPr>
                      <a:r>
                        <a:rPr lang="en-US" sz="900" b="1" spc="0" dirty="0">
                          <a:latin typeface="Times New Roman"/>
                          <a:ea typeface="Times New Roman"/>
                          <a:cs typeface="Times New Roman"/>
                        </a:rPr>
                        <a:t>Customer Instruction error report</a:t>
                      </a:r>
                      <a:endParaRPr lang="en-US" sz="900" b="1" spc="-25" dirty="0">
                        <a:latin typeface="Arial"/>
                        <a:ea typeface="Times New Roman"/>
                        <a:cs typeface="Times New Roman"/>
                      </a:endParaRPr>
                    </a:p>
                  </a:txBody>
                  <a:tcPr marL="39919" marR="39919"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just">
                        <a:lnSpc>
                          <a:spcPts val="1200"/>
                        </a:lnSpc>
                        <a:spcBef>
                          <a:spcPts val="0"/>
                        </a:spcBef>
                        <a:spcAft>
                          <a:spcPts val="0"/>
                        </a:spcAft>
                      </a:pPr>
                      <a:r>
                        <a:rPr lang="en-US" sz="900" b="1" spc="0" dirty="0">
                          <a:latin typeface="Times New Roman"/>
                          <a:ea typeface="Times New Roman"/>
                          <a:cs typeface="Times New Roman"/>
                        </a:rPr>
                        <a:t>PRTF</a:t>
                      </a:r>
                      <a:endParaRPr lang="en-US" sz="900" b="1" spc="-25" dirty="0">
                        <a:latin typeface="Arial"/>
                        <a:ea typeface="Times New Roman"/>
                        <a:cs typeface="Times New Roman"/>
                      </a:endParaRPr>
                    </a:p>
                  </a:txBody>
                  <a:tcPr marL="39919" marR="39919"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just">
                        <a:lnSpc>
                          <a:spcPts val="1200"/>
                        </a:lnSpc>
                        <a:spcBef>
                          <a:spcPts val="0"/>
                        </a:spcBef>
                        <a:spcAft>
                          <a:spcPts val="0"/>
                        </a:spcAft>
                      </a:pPr>
                      <a:r>
                        <a:rPr lang="en-US" sz="900" b="1" spc="0" dirty="0">
                          <a:latin typeface="Times New Roman"/>
                          <a:ea typeface="Times New Roman"/>
                          <a:cs typeface="Times New Roman"/>
                        </a:rPr>
                        <a:t>New</a:t>
                      </a:r>
                      <a:endParaRPr lang="en-US" sz="900" b="1" spc="-25" dirty="0">
                        <a:latin typeface="Arial"/>
                        <a:ea typeface="Times New Roman"/>
                        <a:cs typeface="Times New Roman"/>
                      </a:endParaRPr>
                    </a:p>
                  </a:txBody>
                  <a:tcPr marL="39919" marR="39919"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19"/>
                  </a:ext>
                </a:extLst>
              </a:tr>
              <a:tr h="260015">
                <a:tc>
                  <a:txBody>
                    <a:bodyPr/>
                    <a:lstStyle/>
                    <a:p>
                      <a:pPr marL="228600" marR="0" algn="just">
                        <a:lnSpc>
                          <a:spcPts val="1200"/>
                        </a:lnSpc>
                        <a:spcBef>
                          <a:spcPts val="0"/>
                        </a:spcBef>
                        <a:spcAft>
                          <a:spcPts val="0"/>
                        </a:spcAft>
                      </a:pPr>
                      <a:r>
                        <a:rPr lang="en-US" sz="900" b="1" spc="0" dirty="0">
                          <a:latin typeface="Times New Roman"/>
                          <a:ea typeface="Times New Roman"/>
                          <a:cs typeface="Times New Roman"/>
                        </a:rPr>
                        <a:t>20</a:t>
                      </a:r>
                      <a:endParaRPr lang="en-US" sz="900" b="1" spc="-25" dirty="0">
                        <a:latin typeface="Arial"/>
                        <a:ea typeface="Times New Roman"/>
                        <a:cs typeface="Times New Roman"/>
                      </a:endParaRPr>
                    </a:p>
                  </a:txBody>
                  <a:tcPr marL="39919" marR="39919"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just">
                        <a:lnSpc>
                          <a:spcPts val="1200"/>
                        </a:lnSpc>
                        <a:spcBef>
                          <a:spcPts val="0"/>
                        </a:spcBef>
                        <a:spcAft>
                          <a:spcPts val="0"/>
                        </a:spcAft>
                      </a:pPr>
                      <a:r>
                        <a:rPr lang="en-US" sz="900" b="1" spc="0" dirty="0">
                          <a:latin typeface="Times New Roman"/>
                          <a:ea typeface="Times New Roman"/>
                          <a:cs typeface="Times New Roman"/>
                        </a:rPr>
                        <a:t>POSB320</a:t>
                      </a:r>
                      <a:endParaRPr lang="en-US" sz="900" b="1" spc="-25" dirty="0">
                        <a:latin typeface="Arial"/>
                        <a:ea typeface="Times New Roman"/>
                        <a:cs typeface="Times New Roman"/>
                      </a:endParaRPr>
                    </a:p>
                  </a:txBody>
                  <a:tcPr marL="39919" marR="39919"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just">
                        <a:lnSpc>
                          <a:spcPts val="1200"/>
                        </a:lnSpc>
                        <a:spcBef>
                          <a:spcPts val="0"/>
                        </a:spcBef>
                        <a:spcAft>
                          <a:spcPts val="0"/>
                        </a:spcAft>
                      </a:pPr>
                      <a:r>
                        <a:rPr lang="en-US" sz="900" b="1" spc="0" dirty="0">
                          <a:latin typeface="Times New Roman"/>
                          <a:ea typeface="Times New Roman"/>
                          <a:cs typeface="Times New Roman"/>
                        </a:rPr>
                        <a:t>Logic added to change the description of Header part in report for .... records</a:t>
                      </a:r>
                      <a:endParaRPr lang="en-US" sz="900" b="1" spc="-25" dirty="0">
                        <a:latin typeface="Arial"/>
                        <a:ea typeface="Times New Roman"/>
                        <a:cs typeface="Times New Roman"/>
                      </a:endParaRPr>
                    </a:p>
                  </a:txBody>
                  <a:tcPr marL="39919" marR="39919"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just">
                        <a:lnSpc>
                          <a:spcPts val="1200"/>
                        </a:lnSpc>
                        <a:spcBef>
                          <a:spcPts val="0"/>
                        </a:spcBef>
                        <a:spcAft>
                          <a:spcPts val="0"/>
                        </a:spcAft>
                      </a:pPr>
                      <a:r>
                        <a:rPr lang="en-US" sz="900" b="1" spc="0" dirty="0">
                          <a:latin typeface="Times New Roman"/>
                          <a:ea typeface="Times New Roman"/>
                          <a:cs typeface="Times New Roman"/>
                        </a:rPr>
                        <a:t>CBL</a:t>
                      </a:r>
                      <a:endParaRPr lang="en-US" sz="900" b="1" spc="-25" dirty="0">
                        <a:latin typeface="Arial"/>
                        <a:ea typeface="Times New Roman"/>
                        <a:cs typeface="Times New Roman"/>
                      </a:endParaRPr>
                    </a:p>
                  </a:txBody>
                  <a:tcPr marL="39919" marR="39919"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just">
                        <a:lnSpc>
                          <a:spcPts val="1200"/>
                        </a:lnSpc>
                        <a:spcBef>
                          <a:spcPts val="0"/>
                        </a:spcBef>
                        <a:spcAft>
                          <a:spcPts val="0"/>
                        </a:spcAft>
                      </a:pPr>
                      <a:r>
                        <a:rPr lang="en-US" sz="900" b="1" spc="0" dirty="0">
                          <a:latin typeface="Times New Roman"/>
                          <a:ea typeface="Times New Roman"/>
                          <a:cs typeface="Times New Roman"/>
                        </a:rPr>
                        <a:t>Change</a:t>
                      </a:r>
                      <a:endParaRPr lang="en-US" sz="900" b="1" spc="-25" dirty="0">
                        <a:latin typeface="Arial"/>
                        <a:ea typeface="Times New Roman"/>
                        <a:cs typeface="Times New Roman"/>
                      </a:endParaRPr>
                    </a:p>
                  </a:txBody>
                  <a:tcPr marL="39919" marR="39919"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20"/>
                  </a:ext>
                </a:extLst>
              </a:tr>
              <a:tr h="253473">
                <a:tc>
                  <a:txBody>
                    <a:bodyPr/>
                    <a:lstStyle/>
                    <a:p>
                      <a:pPr marL="228600" marR="0" algn="just">
                        <a:lnSpc>
                          <a:spcPts val="1200"/>
                        </a:lnSpc>
                        <a:spcBef>
                          <a:spcPts val="0"/>
                        </a:spcBef>
                        <a:spcAft>
                          <a:spcPts val="0"/>
                        </a:spcAft>
                      </a:pPr>
                      <a:r>
                        <a:rPr lang="en-US" sz="900" b="1" spc="0" dirty="0">
                          <a:latin typeface="Times New Roman"/>
                          <a:ea typeface="Times New Roman"/>
                          <a:cs typeface="Times New Roman"/>
                        </a:rPr>
                        <a:t>21</a:t>
                      </a:r>
                      <a:endParaRPr lang="en-US" sz="900" b="1" spc="-25" dirty="0">
                        <a:latin typeface="Arial"/>
                        <a:ea typeface="Times New Roman"/>
                        <a:cs typeface="Times New Roman"/>
                      </a:endParaRPr>
                    </a:p>
                  </a:txBody>
                  <a:tcPr marL="39919" marR="39919"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just">
                        <a:lnSpc>
                          <a:spcPts val="1200"/>
                        </a:lnSpc>
                        <a:spcBef>
                          <a:spcPts val="0"/>
                        </a:spcBef>
                        <a:spcAft>
                          <a:spcPts val="0"/>
                        </a:spcAft>
                      </a:pPr>
                      <a:r>
                        <a:rPr lang="en-US" sz="900" b="1" spc="0" dirty="0">
                          <a:latin typeface="Times New Roman"/>
                          <a:ea typeface="Times New Roman"/>
                          <a:cs typeface="Times New Roman"/>
                        </a:rPr>
                        <a:t>POSC325</a:t>
                      </a:r>
                      <a:endParaRPr lang="en-US" sz="900" b="1" spc="-25" dirty="0">
                        <a:latin typeface="Arial"/>
                        <a:ea typeface="Times New Roman"/>
                        <a:cs typeface="Times New Roman"/>
                      </a:endParaRPr>
                    </a:p>
                  </a:txBody>
                  <a:tcPr marL="39919" marR="39919"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just">
                        <a:lnSpc>
                          <a:spcPts val="1200"/>
                        </a:lnSpc>
                        <a:spcBef>
                          <a:spcPts val="0"/>
                        </a:spcBef>
                        <a:spcAft>
                          <a:spcPts val="0"/>
                        </a:spcAft>
                      </a:pPr>
                      <a:r>
                        <a:rPr lang="en-US" sz="900" b="1" spc="0" dirty="0">
                          <a:latin typeface="Times New Roman"/>
                          <a:ea typeface="Times New Roman"/>
                          <a:cs typeface="Times New Roman"/>
                        </a:rPr>
                        <a:t>New parameter introduced for .... report generation</a:t>
                      </a:r>
                      <a:endParaRPr lang="en-US" sz="900" b="1" spc="-25" dirty="0">
                        <a:latin typeface="Arial"/>
                        <a:ea typeface="Times New Roman"/>
                        <a:cs typeface="Times New Roman"/>
                      </a:endParaRPr>
                    </a:p>
                  </a:txBody>
                  <a:tcPr marL="39919" marR="39919"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just">
                        <a:lnSpc>
                          <a:spcPts val="1200"/>
                        </a:lnSpc>
                        <a:spcBef>
                          <a:spcPts val="0"/>
                        </a:spcBef>
                        <a:spcAft>
                          <a:spcPts val="0"/>
                        </a:spcAft>
                      </a:pPr>
                      <a:r>
                        <a:rPr lang="en-US" sz="900" b="1" spc="0" dirty="0">
                          <a:latin typeface="Times New Roman"/>
                          <a:ea typeface="Times New Roman"/>
                          <a:cs typeface="Times New Roman"/>
                        </a:rPr>
                        <a:t>CL</a:t>
                      </a:r>
                      <a:endParaRPr lang="en-US" sz="900" b="1" spc="-25" dirty="0">
                        <a:latin typeface="Arial"/>
                        <a:ea typeface="Times New Roman"/>
                        <a:cs typeface="Times New Roman"/>
                      </a:endParaRPr>
                    </a:p>
                  </a:txBody>
                  <a:tcPr marL="39919" marR="39919"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just">
                        <a:lnSpc>
                          <a:spcPts val="1200"/>
                        </a:lnSpc>
                        <a:spcBef>
                          <a:spcPts val="0"/>
                        </a:spcBef>
                        <a:spcAft>
                          <a:spcPts val="0"/>
                        </a:spcAft>
                      </a:pPr>
                      <a:r>
                        <a:rPr lang="en-US" sz="900" b="1" spc="0" dirty="0">
                          <a:latin typeface="Times New Roman"/>
                          <a:ea typeface="Times New Roman"/>
                          <a:cs typeface="Times New Roman"/>
                        </a:rPr>
                        <a:t>Change</a:t>
                      </a:r>
                      <a:endParaRPr lang="en-US" sz="900" b="1" spc="-25" dirty="0">
                        <a:latin typeface="Arial"/>
                        <a:ea typeface="Times New Roman"/>
                        <a:cs typeface="Times New Roman"/>
                      </a:endParaRPr>
                    </a:p>
                  </a:txBody>
                  <a:tcPr marL="39919" marR="39919"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21"/>
                  </a:ext>
                </a:extLst>
              </a:tr>
              <a:tr h="277142">
                <a:tc>
                  <a:txBody>
                    <a:bodyPr/>
                    <a:lstStyle/>
                    <a:p>
                      <a:pPr marL="228600" marR="0" algn="just">
                        <a:lnSpc>
                          <a:spcPts val="1200"/>
                        </a:lnSpc>
                        <a:spcBef>
                          <a:spcPts val="0"/>
                        </a:spcBef>
                        <a:spcAft>
                          <a:spcPts val="0"/>
                        </a:spcAft>
                      </a:pPr>
                      <a:r>
                        <a:rPr lang="en-US" sz="900" b="1" spc="0" dirty="0">
                          <a:latin typeface="Times New Roman"/>
                          <a:ea typeface="Times New Roman"/>
                          <a:cs typeface="Times New Roman"/>
                        </a:rPr>
                        <a:t>22</a:t>
                      </a:r>
                      <a:endParaRPr lang="en-US" sz="900" b="1" spc="-25" dirty="0">
                        <a:latin typeface="Arial"/>
                        <a:ea typeface="Times New Roman"/>
                        <a:cs typeface="Times New Roman"/>
                      </a:endParaRPr>
                    </a:p>
                  </a:txBody>
                  <a:tcPr marL="39919" marR="39919"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just">
                        <a:lnSpc>
                          <a:spcPts val="1200"/>
                        </a:lnSpc>
                        <a:spcBef>
                          <a:spcPts val="0"/>
                        </a:spcBef>
                        <a:spcAft>
                          <a:spcPts val="0"/>
                        </a:spcAft>
                      </a:pPr>
                      <a:r>
                        <a:rPr lang="en-US" sz="900" b="1" spc="0" dirty="0">
                          <a:latin typeface="Times New Roman"/>
                          <a:ea typeface="Times New Roman"/>
                          <a:cs typeface="Times New Roman"/>
                        </a:rPr>
                        <a:t>POST320E</a:t>
                      </a:r>
                      <a:endParaRPr lang="en-US" sz="900" b="1" spc="-25" dirty="0">
                        <a:latin typeface="Arial"/>
                        <a:ea typeface="Times New Roman"/>
                        <a:cs typeface="Times New Roman"/>
                      </a:endParaRPr>
                    </a:p>
                  </a:txBody>
                  <a:tcPr marL="39919" marR="39919"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just">
                        <a:lnSpc>
                          <a:spcPts val="1200"/>
                        </a:lnSpc>
                        <a:spcBef>
                          <a:spcPts val="0"/>
                        </a:spcBef>
                        <a:spcAft>
                          <a:spcPts val="0"/>
                        </a:spcAft>
                      </a:pPr>
                      <a:r>
                        <a:rPr lang="en-US" sz="900" b="1" spc="0" dirty="0">
                          <a:latin typeface="Times New Roman"/>
                          <a:ea typeface="Times New Roman"/>
                          <a:cs typeface="Times New Roman"/>
                        </a:rPr>
                        <a:t>Indicator set to display CORE  description in the report.</a:t>
                      </a:r>
                      <a:endParaRPr lang="en-US" sz="900" b="1" spc="-25" dirty="0">
                        <a:latin typeface="Arial"/>
                        <a:ea typeface="Times New Roman"/>
                        <a:cs typeface="Times New Roman"/>
                      </a:endParaRPr>
                    </a:p>
                  </a:txBody>
                  <a:tcPr marL="39919" marR="39919"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just">
                        <a:lnSpc>
                          <a:spcPts val="1200"/>
                        </a:lnSpc>
                        <a:spcBef>
                          <a:spcPts val="0"/>
                        </a:spcBef>
                        <a:spcAft>
                          <a:spcPts val="0"/>
                        </a:spcAft>
                      </a:pPr>
                      <a:r>
                        <a:rPr lang="en-US" sz="900" b="1" spc="0" dirty="0">
                          <a:latin typeface="Times New Roman"/>
                          <a:ea typeface="Times New Roman"/>
                          <a:cs typeface="Times New Roman"/>
                        </a:rPr>
                        <a:t>PRTF</a:t>
                      </a:r>
                      <a:endParaRPr lang="en-US" sz="900" b="1" spc="-25" dirty="0">
                        <a:latin typeface="Arial"/>
                        <a:ea typeface="Times New Roman"/>
                        <a:cs typeface="Times New Roman"/>
                      </a:endParaRPr>
                    </a:p>
                  </a:txBody>
                  <a:tcPr marL="39919" marR="39919"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just">
                        <a:lnSpc>
                          <a:spcPts val="1200"/>
                        </a:lnSpc>
                        <a:spcBef>
                          <a:spcPts val="0"/>
                        </a:spcBef>
                        <a:spcAft>
                          <a:spcPts val="0"/>
                        </a:spcAft>
                      </a:pPr>
                      <a:r>
                        <a:rPr lang="en-US" sz="900" b="1" spc="0" dirty="0">
                          <a:latin typeface="Times New Roman"/>
                          <a:ea typeface="Times New Roman"/>
                          <a:cs typeface="Times New Roman"/>
                        </a:rPr>
                        <a:t>Change</a:t>
                      </a:r>
                      <a:endParaRPr lang="en-US" sz="900" b="1" spc="-25" dirty="0">
                        <a:latin typeface="Arial"/>
                        <a:ea typeface="Times New Roman"/>
                        <a:cs typeface="Times New Roman"/>
                      </a:endParaRPr>
                    </a:p>
                  </a:txBody>
                  <a:tcPr marL="39919" marR="39919"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22"/>
                  </a:ext>
                </a:extLst>
              </a:tr>
            </a:tbl>
          </a:graphicData>
        </a:graphic>
      </p:graphicFrame>
      <p:sp>
        <p:nvSpPr>
          <p:cNvPr id="12436" name="TextBox 202">
            <a:extLst>
              <a:ext uri="{FF2B5EF4-FFF2-40B4-BE49-F238E27FC236}">
                <a16:creationId xmlns:a16="http://schemas.microsoft.com/office/drawing/2014/main" id="{F2A684C5-8E13-DDE6-6C85-F85473C2DBC4}"/>
              </a:ext>
            </a:extLst>
          </p:cNvPr>
          <p:cNvSpPr txBox="1">
            <a:spLocks noChangeArrowheads="1"/>
          </p:cNvSpPr>
          <p:nvPr/>
        </p:nvSpPr>
        <p:spPr bwMode="auto">
          <a:xfrm>
            <a:off x="1657350" y="39689"/>
            <a:ext cx="1752600" cy="276225"/>
          </a:xfrm>
          <a:prstGeom prst="rect">
            <a:avLst/>
          </a:prstGeom>
          <a:gradFill rotWithShape="0">
            <a:gsLst>
              <a:gs pos="0">
                <a:srgbClr val="FFF200"/>
              </a:gs>
              <a:gs pos="45000">
                <a:srgbClr val="FF7A00"/>
              </a:gs>
              <a:gs pos="70000">
                <a:srgbClr val="FF0300"/>
              </a:gs>
              <a:gs pos="100000">
                <a:srgbClr val="4D0808"/>
              </a:gs>
            </a:gsLst>
            <a:lin ang="5400000"/>
          </a:gra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sz="1200" dirty="0"/>
              <a:t>New / Modified Objects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853</Words>
  <Application>Microsoft Office PowerPoint</Application>
  <PresentationFormat>Widescreen</PresentationFormat>
  <Paragraphs>313</Paragraphs>
  <Slides>9</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9</vt:i4>
      </vt:variant>
    </vt:vector>
  </HeadingPairs>
  <TitlesOfParts>
    <vt:vector size="15" baseType="lpstr">
      <vt:lpstr>Aptos</vt:lpstr>
      <vt:lpstr>Aptos Display</vt:lpstr>
      <vt:lpstr>Arial</vt:lpstr>
      <vt:lpstr>Calibri</vt:lpstr>
      <vt:lpstr>Times New Roman</vt:lpstr>
      <vt:lpstr>Office Theme</vt:lpstr>
      <vt:lpstr>PowerPoint Presentation</vt:lpstr>
      <vt:lpstr>Highlights of the Project</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Christopher Boothe</dc:creator>
  <cp:lastModifiedBy>Christopher Boothe</cp:lastModifiedBy>
  <cp:revision>1</cp:revision>
  <dcterms:created xsi:type="dcterms:W3CDTF">2026-02-13T02:09:16Z</dcterms:created>
  <dcterms:modified xsi:type="dcterms:W3CDTF">2026-02-13T02:09:50Z</dcterms:modified>
</cp:coreProperties>
</file>